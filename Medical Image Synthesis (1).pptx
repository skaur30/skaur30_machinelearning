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4" r:id="rId2"/>
    <p:sldMasterId id="2147483658" r:id="rId3"/>
    <p:sldMasterId id="2147483662" r:id="rId4"/>
    <p:sldMasterId id="2147483664" r:id="rId5"/>
    <p:sldMasterId id="2147483666" r:id="rId6"/>
    <p:sldMasterId id="2147483668" r:id="rId7"/>
    <p:sldMasterId id="2147483674" r:id="rId8"/>
    <p:sldMasterId id="2147483678" r:id="rId9"/>
    <p:sldMasterId id="2147483680" r:id="rId10"/>
    <p:sldMasterId id="2147483682" r:id="rId11"/>
    <p:sldMasterId id="2147483684" r:id="rId12"/>
    <p:sldMasterId id="2147483686" r:id="rId13"/>
    <p:sldMasterId id="2147483688" r:id="rId14"/>
    <p:sldMasterId id="2147483690" r:id="rId15"/>
    <p:sldMasterId id="2147483692" r:id="rId16"/>
    <p:sldMasterId id="2147483694" r:id="rId17"/>
    <p:sldMasterId id="2147483731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</p:sldIdLst>
  <p:sldSz cx="9144000" cy="5143500" type="screen16x9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presProps" Target="presProps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29" Type="http://schemas.openxmlformats.org/officeDocument/2006/relationships/slide" Target="slides/slide1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053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22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907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332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269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55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114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44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535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1940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78139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813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8615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1665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88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18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48;p11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0" name="Google Shape;249;p11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 flipH="1">
            <a:off x="640332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11" name="Google Shape;250;p11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" name="Google Shape;251;p1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6622200">
              <a:off x="-1410480" y="295956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" name="Google Shape;252;p11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4680600">
              <a:off x="7031880" y="-187848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" name="Google Shape;253;p11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15" name="Google Shape;254;p11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16" name="Google Shape;255;p11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17" name="Google Shape;256;p11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18" name="Google Shape;257;p11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9" name="Google Shape;258;p11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0" name="Google Shape;259;p11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1" name="Google Shape;260;p11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2" name="Google Shape;261;p11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3" name="Google Shape;262;p11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4" name="Google Shape;263;p11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5" name="Google Shape;264;p11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6" name="Google Shape;265;p11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27" name="Google Shape;266;p11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28" name="Google Shape;267;p11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" name="Google Shape;268;p11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" name="Google Shape;269;p11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" name="Google Shape;270;p11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" name="Google Shape;271;p11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" name="Google Shape;272;p11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" name="Google Shape;273;p11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5" name="Google Shape;274;p11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36" name="Google Shape;275;p11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" name="Google Shape;276;p11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" name="Google Shape;277;p11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39" name="Google Shape;278;p11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40" name="Google Shape;279;p11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41" name="Google Shape;280;p11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42" name="Google Shape;281;p11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3" name="Google Shape;282;p11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4" name="Google Shape;283;p11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5" name="Google Shape;284;p11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46" name="Google Shape;285;p11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47" name="Google Shape;286;p11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8" name="Google Shape;287;p11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49" name="Google Shape;288;p11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50" name="Google Shape;289;p11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" name="Google Shape;290;p11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2" name="Google Shape;291;p11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3" name="Google Shape;292;p11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4" name="Google Shape;293;p11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76560" y="1692000"/>
            <a:ext cx="479052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298;p13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299;p13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58" name="Google Shape;300;p13"/>
          <p:cNvGrpSpPr/>
          <p:nvPr/>
        </p:nvGrpSpPr>
        <p:grpSpPr>
          <a:xfrm>
            <a:off x="7427160" y="-528840"/>
            <a:ext cx="2592000" cy="5956200"/>
            <a:chOff x="7427160" y="-528840"/>
            <a:chExt cx="2592000" cy="5956200"/>
          </a:xfrm>
        </p:grpSpPr>
        <p:grpSp>
          <p:nvGrpSpPr>
            <p:cNvPr id="59" name="Google Shape;301;p13"/>
            <p:cNvGrpSpPr/>
            <p:nvPr/>
          </p:nvGrpSpPr>
          <p:grpSpPr>
            <a:xfrm>
              <a:off x="7427160" y="3464280"/>
              <a:ext cx="2007000" cy="1963080"/>
              <a:chOff x="7427160" y="3464280"/>
              <a:chExt cx="2007000" cy="1963080"/>
            </a:xfrm>
          </p:grpSpPr>
          <p:pic>
            <p:nvPicPr>
              <p:cNvPr id="60" name="Google Shape;302;p1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7427160" y="346428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61" name="Google Shape;303;p13"/>
              <p:cNvGrpSpPr/>
              <p:nvPr/>
            </p:nvGrpSpPr>
            <p:grpSpPr>
              <a:xfrm>
                <a:off x="8296200" y="3854520"/>
                <a:ext cx="344160" cy="317160"/>
                <a:chOff x="8296200" y="3854520"/>
                <a:chExt cx="344160" cy="317160"/>
              </a:xfrm>
            </p:grpSpPr>
            <p:sp>
              <p:nvSpPr>
                <p:cNvPr id="62" name="Google Shape;304;p13"/>
                <p:cNvSpPr/>
                <p:nvPr/>
              </p:nvSpPr>
              <p:spPr>
                <a:xfrm>
                  <a:off x="8410680" y="390852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3" name="Google Shape;305;p13"/>
                <p:cNvSpPr/>
                <p:nvPr/>
              </p:nvSpPr>
              <p:spPr>
                <a:xfrm>
                  <a:off x="8296200" y="409320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4" name="Google Shape;306;p13"/>
                <p:cNvSpPr/>
                <p:nvPr/>
              </p:nvSpPr>
              <p:spPr>
                <a:xfrm>
                  <a:off x="8329320" y="385452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5" name="Google Shape;307;p13"/>
                <p:cNvSpPr/>
                <p:nvPr/>
              </p:nvSpPr>
              <p:spPr>
                <a:xfrm>
                  <a:off x="8354160" y="406044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6" name="Google Shape;308;p13"/>
              <p:cNvGrpSpPr/>
              <p:nvPr/>
            </p:nvGrpSpPr>
            <p:grpSpPr>
              <a:xfrm>
                <a:off x="7665480" y="3855600"/>
                <a:ext cx="314280" cy="314640"/>
                <a:chOff x="7665480" y="3855600"/>
                <a:chExt cx="314280" cy="314640"/>
              </a:xfrm>
            </p:grpSpPr>
            <p:sp>
              <p:nvSpPr>
                <p:cNvPr id="67" name="Google Shape;309;p13"/>
                <p:cNvSpPr/>
                <p:nvPr/>
              </p:nvSpPr>
              <p:spPr>
                <a:xfrm>
                  <a:off x="7704720" y="388584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8" name="Google Shape;310;p13"/>
                <p:cNvSpPr/>
                <p:nvPr/>
              </p:nvSpPr>
              <p:spPr>
                <a:xfrm>
                  <a:off x="7665480" y="385560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9" name="Google Shape;311;p13"/>
              <p:cNvGrpSpPr/>
              <p:nvPr/>
            </p:nvGrpSpPr>
            <p:grpSpPr>
              <a:xfrm>
                <a:off x="7982640" y="4396680"/>
                <a:ext cx="356040" cy="357120"/>
                <a:chOff x="7982640" y="4396680"/>
                <a:chExt cx="356040" cy="357120"/>
              </a:xfrm>
            </p:grpSpPr>
            <p:sp>
              <p:nvSpPr>
                <p:cNvPr id="70" name="Google Shape;312;p13"/>
                <p:cNvSpPr/>
                <p:nvPr/>
              </p:nvSpPr>
              <p:spPr>
                <a:xfrm>
                  <a:off x="8060400" y="4606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" name="Google Shape;313;p13"/>
                <p:cNvSpPr/>
                <p:nvPr/>
              </p:nvSpPr>
              <p:spPr>
                <a:xfrm>
                  <a:off x="8192160" y="460764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2" name="Google Shape;314;p13"/>
                <p:cNvSpPr/>
                <p:nvPr/>
              </p:nvSpPr>
              <p:spPr>
                <a:xfrm>
                  <a:off x="8060400" y="447552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3" name="Google Shape;315;p13"/>
                <p:cNvSpPr/>
                <p:nvPr/>
              </p:nvSpPr>
              <p:spPr>
                <a:xfrm>
                  <a:off x="8190720" y="447552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4" name="Google Shape;316;p13"/>
                <p:cNvSpPr/>
                <p:nvPr/>
              </p:nvSpPr>
              <p:spPr>
                <a:xfrm>
                  <a:off x="8141760" y="4558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5" name="Google Shape;317;p13"/>
                <p:cNvSpPr/>
                <p:nvPr/>
              </p:nvSpPr>
              <p:spPr>
                <a:xfrm>
                  <a:off x="8055000" y="447084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6" name="Google Shape;318;p13"/>
                <p:cNvSpPr/>
                <p:nvPr/>
              </p:nvSpPr>
              <p:spPr>
                <a:xfrm>
                  <a:off x="7982640" y="439668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7" name="Google Shape;319;p13"/>
              <p:cNvGrpSpPr/>
              <p:nvPr/>
            </p:nvGrpSpPr>
            <p:grpSpPr>
              <a:xfrm>
                <a:off x="8590320" y="4392000"/>
                <a:ext cx="354600" cy="366120"/>
                <a:chOff x="8590320" y="4392000"/>
                <a:chExt cx="354600" cy="366120"/>
              </a:xfrm>
            </p:grpSpPr>
            <p:sp>
              <p:nvSpPr>
                <p:cNvPr id="78" name="Google Shape;320;p13"/>
                <p:cNvSpPr/>
                <p:nvPr/>
              </p:nvSpPr>
              <p:spPr>
                <a:xfrm>
                  <a:off x="8590320" y="439200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" name="Google Shape;321;p13"/>
                <p:cNvSpPr/>
                <p:nvPr/>
              </p:nvSpPr>
              <p:spPr>
                <a:xfrm>
                  <a:off x="8838720" y="471204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0" name="Google Shape;322;p13"/>
                <p:cNvSpPr/>
                <p:nvPr/>
              </p:nvSpPr>
              <p:spPr>
                <a:xfrm>
                  <a:off x="8782200" y="464112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1" name="Google Shape;323;p13"/>
              <p:cNvGrpSpPr/>
              <p:nvPr/>
            </p:nvGrpSpPr>
            <p:grpSpPr>
              <a:xfrm>
                <a:off x="8956800" y="3853800"/>
                <a:ext cx="326880" cy="318600"/>
                <a:chOff x="8956800" y="3853800"/>
                <a:chExt cx="326880" cy="318600"/>
              </a:xfrm>
            </p:grpSpPr>
            <p:sp>
              <p:nvSpPr>
                <p:cNvPr id="82" name="Google Shape;324;p13"/>
                <p:cNvSpPr/>
                <p:nvPr/>
              </p:nvSpPr>
              <p:spPr>
                <a:xfrm>
                  <a:off x="9083160" y="415080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3" name="Google Shape;325;p13"/>
                <p:cNvSpPr/>
                <p:nvPr/>
              </p:nvSpPr>
              <p:spPr>
                <a:xfrm>
                  <a:off x="8956800" y="397224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4" name="Google Shape;326;p13"/>
                <p:cNvSpPr/>
                <p:nvPr/>
              </p:nvSpPr>
              <p:spPr>
                <a:xfrm>
                  <a:off x="9094680" y="410652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5" name="Google Shape;327;p13"/>
                <p:cNvSpPr/>
                <p:nvPr/>
              </p:nvSpPr>
              <p:spPr>
                <a:xfrm>
                  <a:off x="8982000" y="385380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6" name="Google Shape;328;p13"/>
                <p:cNvSpPr/>
                <p:nvPr/>
              </p:nvSpPr>
              <p:spPr>
                <a:xfrm>
                  <a:off x="9110520" y="406404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7" name="Google Shape;329;p13"/>
                <p:cNvSpPr/>
                <p:nvPr/>
              </p:nvSpPr>
              <p:spPr>
                <a:xfrm>
                  <a:off x="9126000" y="402120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8" name="Google Shape;330;p13"/>
                <p:cNvSpPr/>
                <p:nvPr/>
              </p:nvSpPr>
              <p:spPr>
                <a:xfrm>
                  <a:off x="9155160" y="392940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" name="Google Shape;331;p13"/>
                <p:cNvSpPr/>
                <p:nvPr/>
              </p:nvSpPr>
              <p:spPr>
                <a:xfrm>
                  <a:off x="9192600" y="390852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0" name="Google Shape;332;p13"/>
                <p:cNvSpPr/>
                <p:nvPr/>
              </p:nvSpPr>
              <p:spPr>
                <a:xfrm>
                  <a:off x="9230040" y="387972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91" name="Google Shape;333;p13"/>
            <p:cNvGrpSpPr/>
            <p:nvPr/>
          </p:nvGrpSpPr>
          <p:grpSpPr>
            <a:xfrm>
              <a:off x="8056080" y="-528840"/>
              <a:ext cx="1963080" cy="2007000"/>
              <a:chOff x="8056080" y="-528840"/>
              <a:chExt cx="1963080" cy="2007000"/>
            </a:xfrm>
          </p:grpSpPr>
          <p:pic>
            <p:nvPicPr>
              <p:cNvPr id="92" name="Google Shape;334;p13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16200000">
                <a:off x="8034120" y="-50688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93" name="Google Shape;335;p13"/>
              <p:cNvGrpSpPr/>
              <p:nvPr/>
            </p:nvGrpSpPr>
            <p:grpSpPr>
              <a:xfrm>
                <a:off x="8377200" y="837000"/>
                <a:ext cx="461160" cy="460440"/>
                <a:chOff x="8377200" y="837000"/>
                <a:chExt cx="461160" cy="460440"/>
              </a:xfrm>
            </p:grpSpPr>
            <p:sp>
              <p:nvSpPr>
                <p:cNvPr id="94" name="Google Shape;336;p13"/>
                <p:cNvSpPr/>
                <p:nvPr/>
              </p:nvSpPr>
              <p:spPr>
                <a:xfrm>
                  <a:off x="8493840" y="837000"/>
                  <a:ext cx="228600" cy="232560"/>
                </a:xfrm>
                <a:custGeom>
                  <a:avLst/>
                  <a:gdLst>
                    <a:gd name="textAreaLeft" fmla="*/ 0 w 228600"/>
                    <a:gd name="textAreaRight" fmla="*/ 228960 w 228600"/>
                    <a:gd name="textAreaTop" fmla="*/ 0 h 232560"/>
                    <a:gd name="textAreaBottom" fmla="*/ 232920 h 23256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5" name="Google Shape;337;p13"/>
                <p:cNvSpPr/>
                <p:nvPr/>
              </p:nvSpPr>
              <p:spPr>
                <a:xfrm>
                  <a:off x="8596080" y="942120"/>
                  <a:ext cx="23040" cy="25560"/>
                </a:xfrm>
                <a:custGeom>
                  <a:avLst/>
                  <a:gdLst>
                    <a:gd name="textAreaLeft" fmla="*/ 0 w 23040"/>
                    <a:gd name="textAreaRight" fmla="*/ 23400 w 23040"/>
                    <a:gd name="textAreaTop" fmla="*/ 0 h 25560"/>
                    <a:gd name="textAreaBottom" fmla="*/ 25920 h 2556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960" bIns="12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6" name="Google Shape;338;p13"/>
                <p:cNvSpPr/>
                <p:nvPr/>
              </p:nvSpPr>
              <p:spPr>
                <a:xfrm>
                  <a:off x="8560440" y="1095480"/>
                  <a:ext cx="93600" cy="201960"/>
                </a:xfrm>
                <a:custGeom>
                  <a:avLst/>
                  <a:gdLst>
                    <a:gd name="textAreaLeft" fmla="*/ 0 w 93600"/>
                    <a:gd name="textAreaRight" fmla="*/ 93960 w 93600"/>
                    <a:gd name="textAreaTop" fmla="*/ 0 h 201960"/>
                    <a:gd name="textAreaBottom" fmla="*/ 202320 h 20196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7" name="Google Shape;339;p13"/>
                <p:cNvSpPr/>
                <p:nvPr/>
              </p:nvSpPr>
              <p:spPr>
                <a:xfrm>
                  <a:off x="8377200" y="1049760"/>
                  <a:ext cx="186120" cy="1162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16280"/>
                    <a:gd name="textAreaBottom" fmla="*/ 116640 h 11628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8" name="Google Shape;340;p13"/>
                <p:cNvSpPr/>
                <p:nvPr/>
              </p:nvSpPr>
              <p:spPr>
                <a:xfrm>
                  <a:off x="8651880" y="1045080"/>
                  <a:ext cx="186480" cy="120960"/>
                </a:xfrm>
                <a:custGeom>
                  <a:avLst/>
                  <a:gdLst>
                    <a:gd name="textAreaLeft" fmla="*/ 0 w 186480"/>
                    <a:gd name="textAreaRight" fmla="*/ 186840 w 186480"/>
                    <a:gd name="textAreaTop" fmla="*/ 0 h 120960"/>
                    <a:gd name="textAreaBottom" fmla="*/ 121320 h 1209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99" name="Google Shape;341;p13"/>
              <p:cNvGrpSpPr/>
              <p:nvPr/>
            </p:nvGrpSpPr>
            <p:grpSpPr>
              <a:xfrm>
                <a:off x="8408160" y="235800"/>
                <a:ext cx="399240" cy="400320"/>
                <a:chOff x="8408160" y="235800"/>
                <a:chExt cx="399240" cy="400320"/>
              </a:xfrm>
            </p:grpSpPr>
            <p:sp>
              <p:nvSpPr>
                <p:cNvPr id="100" name="Google Shape;342;p13"/>
                <p:cNvSpPr/>
                <p:nvPr/>
              </p:nvSpPr>
              <p:spPr>
                <a:xfrm>
                  <a:off x="8562600" y="315000"/>
                  <a:ext cx="87840" cy="106200"/>
                </a:xfrm>
                <a:custGeom>
                  <a:avLst/>
                  <a:gdLst>
                    <a:gd name="textAreaLeft" fmla="*/ 0 w 87840"/>
                    <a:gd name="textAreaRight" fmla="*/ 88200 w 87840"/>
                    <a:gd name="textAreaTop" fmla="*/ 0 h 106200"/>
                    <a:gd name="textAreaBottom" fmla="*/ 106560 h 106200"/>
                  </a:gdLst>
                  <a:ahLst/>
                  <a:cxnLst/>
                  <a:rect l="textAreaLeft" t="textAreaTop" r="textAreaRight" b="textAreaBottom"/>
                  <a:pathLst>
                    <a:path w="452" h="545">
                      <a:moveTo>
                        <a:pt x="452" y="224"/>
                      </a:moveTo>
                      <a:cubicBezTo>
                        <a:pt x="452" y="143"/>
                        <a:pt x="441" y="68"/>
                        <a:pt x="425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0" y="184"/>
                        <a:pt x="12" y="349"/>
                        <a:pt x="58" y="545"/>
                      </a:cubicBezTo>
                      <a:cubicBezTo>
                        <a:pt x="166" y="545"/>
                        <a:pt x="166" y="545"/>
                        <a:pt x="166" y="545"/>
                      </a:cubicBezTo>
                      <a:cubicBezTo>
                        <a:pt x="166" y="302"/>
                        <a:pt x="166" y="302"/>
                        <a:pt x="166" y="302"/>
                      </a:cubicBezTo>
                      <a:cubicBezTo>
                        <a:pt x="166" y="265"/>
                        <a:pt x="196" y="235"/>
                        <a:pt x="233" y="235"/>
                      </a:cubicBezTo>
                      <a:cubicBezTo>
                        <a:pt x="269" y="235"/>
                        <a:pt x="299" y="265"/>
                        <a:pt x="299" y="302"/>
                      </a:cubicBezTo>
                      <a:cubicBezTo>
                        <a:pt x="299" y="545"/>
                        <a:pt x="299" y="545"/>
                        <a:pt x="299" y="545"/>
                      </a:cubicBezTo>
                      <a:cubicBezTo>
                        <a:pt x="418" y="545"/>
                        <a:pt x="418" y="545"/>
                        <a:pt x="418" y="545"/>
                      </a:cubicBezTo>
                      <a:cubicBezTo>
                        <a:pt x="442" y="430"/>
                        <a:pt x="451" y="328"/>
                        <a:pt x="452" y="2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1" name="Google Shape;343;p13"/>
                <p:cNvSpPr/>
                <p:nvPr/>
              </p:nvSpPr>
              <p:spPr>
                <a:xfrm>
                  <a:off x="8576640" y="235800"/>
                  <a:ext cx="62640" cy="5292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52920"/>
                    <a:gd name="textAreaBottom" fmla="*/ 53280 h 52920"/>
                  </a:gdLst>
                  <a:ahLst/>
                  <a:cxnLst/>
                  <a:rect l="textAreaLeft" t="textAreaTop" r="textAreaRight" b="textAreaBottom"/>
                  <a:pathLst>
                    <a:path w="323" h="272">
                      <a:moveTo>
                        <a:pt x="140" y="15"/>
                      </a:moveTo>
                      <a:cubicBezTo>
                        <a:pt x="81" y="94"/>
                        <a:pt x="34" y="180"/>
                        <a:pt x="0" y="272"/>
                      </a:cubicBezTo>
                      <a:cubicBezTo>
                        <a:pt x="323" y="272"/>
                        <a:pt x="323" y="272"/>
                        <a:pt x="323" y="272"/>
                      </a:cubicBezTo>
                      <a:cubicBezTo>
                        <a:pt x="301" y="215"/>
                        <a:pt x="277" y="166"/>
                        <a:pt x="254" y="126"/>
                      </a:cubicBezTo>
                      <a:cubicBezTo>
                        <a:pt x="230" y="82"/>
                        <a:pt x="206" y="45"/>
                        <a:pt x="184" y="15"/>
                      </a:cubicBezTo>
                      <a:cubicBezTo>
                        <a:pt x="173" y="0"/>
                        <a:pt x="151" y="0"/>
                        <a:pt x="140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640" bIns="26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2" name="Google Shape;344;p13"/>
                <p:cNvSpPr/>
                <p:nvPr/>
              </p:nvSpPr>
              <p:spPr>
                <a:xfrm>
                  <a:off x="8669160" y="396720"/>
                  <a:ext cx="14040" cy="4356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43560"/>
                    <a:gd name="textAreaBottom" fmla="*/ 43920 h 43560"/>
                  </a:gdLst>
                  <a:ahLst/>
                  <a:cxnLst/>
                  <a:rect l="textAreaLeft" t="textAreaTop" r="textAreaRight" b="textAreaBottom"/>
                  <a:pathLst>
                    <a:path w="75" h="225">
                      <a:moveTo>
                        <a:pt x="0" y="166"/>
                      </a:moveTo>
                      <a:cubicBezTo>
                        <a:pt x="75" y="225"/>
                        <a:pt x="75" y="225"/>
                        <a:pt x="75" y="225"/>
                      </a:cubicBezTo>
                      <a:cubicBezTo>
                        <a:pt x="75" y="46"/>
                        <a:pt x="75" y="46"/>
                        <a:pt x="75" y="46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1" y="51"/>
                        <a:pt x="13" y="108"/>
                        <a:pt x="0" y="16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960" bIns="219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3" name="Google Shape;345;p13"/>
                <p:cNvSpPr/>
                <p:nvPr/>
              </p:nvSpPr>
              <p:spPr>
                <a:xfrm>
                  <a:off x="8408160" y="288000"/>
                  <a:ext cx="142560" cy="17568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680"/>
                    <a:gd name="textAreaBottom" fmla="*/ 176040 h 175680"/>
                  </a:gdLst>
                  <a:ahLst/>
                  <a:cxnLst/>
                  <a:rect l="textAreaLeft" t="textAreaTop" r="textAreaRight" b="textAreaBottom"/>
                  <a:pathLst>
                    <a:path w="733" h="901">
                      <a:moveTo>
                        <a:pt x="0" y="51"/>
                      </a:moveTo>
                      <a:cubicBezTo>
                        <a:pt x="0" y="607"/>
                        <a:pt x="0" y="607"/>
                        <a:pt x="0" y="607"/>
                      </a:cubicBezTo>
                      <a:cubicBezTo>
                        <a:pt x="59" y="618"/>
                        <a:pt x="134" y="641"/>
                        <a:pt x="183" y="678"/>
                      </a:cubicBezTo>
                      <a:cubicBezTo>
                        <a:pt x="235" y="717"/>
                        <a:pt x="276" y="770"/>
                        <a:pt x="302" y="830"/>
                      </a:cubicBezTo>
                      <a:cubicBezTo>
                        <a:pt x="343" y="841"/>
                        <a:pt x="379" y="866"/>
                        <a:pt x="403" y="901"/>
                      </a:cubicBezTo>
                      <a:cubicBezTo>
                        <a:pt x="437" y="893"/>
                        <a:pt x="470" y="882"/>
                        <a:pt x="502" y="869"/>
                      </a:cubicBezTo>
                      <a:cubicBezTo>
                        <a:pt x="502" y="569"/>
                        <a:pt x="502" y="569"/>
                        <a:pt x="502" y="569"/>
                      </a:cubicBezTo>
                      <a:cubicBezTo>
                        <a:pt x="502" y="551"/>
                        <a:pt x="510" y="533"/>
                        <a:pt x="524" y="520"/>
                      </a:cubicBezTo>
                      <a:cubicBezTo>
                        <a:pt x="675" y="382"/>
                        <a:pt x="675" y="382"/>
                        <a:pt x="675" y="382"/>
                      </a:cubicBezTo>
                      <a:cubicBezTo>
                        <a:pt x="672" y="252"/>
                        <a:pt x="692" y="122"/>
                        <a:pt x="733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23" y="0"/>
                        <a:pt x="0" y="22"/>
                        <a:pt x="0" y="5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4" name="Google Shape;346;p13"/>
                <p:cNvSpPr/>
                <p:nvPr/>
              </p:nvSpPr>
              <p:spPr>
                <a:xfrm>
                  <a:off x="8664840" y="288000"/>
                  <a:ext cx="142560" cy="175320"/>
                </a:xfrm>
                <a:custGeom>
                  <a:avLst/>
                  <a:gdLst>
                    <a:gd name="textAreaLeft" fmla="*/ 0 w 142560"/>
                    <a:gd name="textAreaRight" fmla="*/ 142920 w 142560"/>
                    <a:gd name="textAreaTop" fmla="*/ 0 h 175320"/>
                    <a:gd name="textAreaBottom" fmla="*/ 175680 h 175320"/>
                  </a:gdLst>
                  <a:ahLst/>
                  <a:cxnLst/>
                  <a:rect l="textAreaLeft" t="textAreaTop" r="textAreaRight" b="textAreaBottom"/>
                  <a:pathLst>
                    <a:path w="732" h="898">
                      <a:moveTo>
                        <a:pt x="323" y="898"/>
                      </a:moveTo>
                      <a:cubicBezTo>
                        <a:pt x="350" y="860"/>
                        <a:pt x="392" y="834"/>
                        <a:pt x="439" y="827"/>
                      </a:cubicBezTo>
                      <a:cubicBezTo>
                        <a:pt x="490" y="721"/>
                        <a:pt x="612" y="648"/>
                        <a:pt x="732" y="628"/>
                      </a:cubicBezTo>
                      <a:cubicBezTo>
                        <a:pt x="732" y="51"/>
                        <a:pt x="732" y="51"/>
                        <a:pt x="732" y="51"/>
                      </a:cubicBezTo>
                      <a:cubicBezTo>
                        <a:pt x="732" y="22"/>
                        <a:pt x="709" y="0"/>
                        <a:pt x="68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109"/>
                        <a:pt x="64" y="244"/>
                        <a:pt x="61" y="384"/>
                      </a:cubicBezTo>
                      <a:cubicBezTo>
                        <a:pt x="210" y="528"/>
                        <a:pt x="210" y="528"/>
                        <a:pt x="210" y="528"/>
                      </a:cubicBezTo>
                      <a:cubicBezTo>
                        <a:pt x="223" y="540"/>
                        <a:pt x="230" y="557"/>
                        <a:pt x="230" y="576"/>
                      </a:cubicBezTo>
                      <a:cubicBezTo>
                        <a:pt x="230" y="866"/>
                        <a:pt x="230" y="866"/>
                        <a:pt x="230" y="866"/>
                      </a:cubicBezTo>
                      <a:cubicBezTo>
                        <a:pt x="260" y="879"/>
                        <a:pt x="291" y="890"/>
                        <a:pt x="323" y="8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5" name="Google Shape;347;p13"/>
                <p:cNvSpPr/>
                <p:nvPr/>
              </p:nvSpPr>
              <p:spPr>
                <a:xfrm>
                  <a:off x="8408160" y="433080"/>
                  <a:ext cx="133560" cy="12600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687" h="646">
                      <a:moveTo>
                        <a:pt x="657" y="590"/>
                      </a:moveTo>
                      <a:cubicBezTo>
                        <a:pt x="657" y="429"/>
                        <a:pt x="525" y="298"/>
                        <a:pt x="364" y="298"/>
                      </a:cubicBezTo>
                      <a:cubicBezTo>
                        <a:pt x="336" y="298"/>
                        <a:pt x="306" y="278"/>
                        <a:pt x="299" y="247"/>
                      </a:cubicBezTo>
                      <a:cubicBezTo>
                        <a:pt x="295" y="227"/>
                        <a:pt x="277" y="214"/>
                        <a:pt x="257" y="214"/>
                      </a:cubicBezTo>
                      <a:cubicBezTo>
                        <a:pt x="256" y="214"/>
                        <a:pt x="256" y="214"/>
                        <a:pt x="256" y="214"/>
                      </a:cubicBezTo>
                      <a:cubicBezTo>
                        <a:pt x="226" y="215"/>
                        <a:pt x="199" y="195"/>
                        <a:pt x="190" y="166"/>
                      </a:cubicBezTo>
                      <a:cubicBezTo>
                        <a:pt x="165" y="83"/>
                        <a:pt x="80" y="22"/>
                        <a:pt x="0" y="0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624"/>
                        <a:pt x="23" y="646"/>
                        <a:pt x="51" y="646"/>
                      </a:cubicBezTo>
                      <a:cubicBezTo>
                        <a:pt x="687" y="646"/>
                        <a:pt x="687" y="646"/>
                        <a:pt x="687" y="646"/>
                      </a:cubicBezTo>
                      <a:cubicBezTo>
                        <a:pt x="669" y="635"/>
                        <a:pt x="657" y="614"/>
                        <a:pt x="657" y="5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" name="Google Shape;348;p13"/>
                <p:cNvSpPr/>
                <p:nvPr/>
              </p:nvSpPr>
              <p:spPr>
                <a:xfrm>
                  <a:off x="8672040" y="437040"/>
                  <a:ext cx="135360" cy="12204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22040"/>
                    <a:gd name="textAreaBottom" fmla="*/ 122400 h 122040"/>
                  </a:gdLst>
                  <a:ahLst/>
                  <a:cxnLst/>
                  <a:rect l="textAreaLeft" t="textAreaTop" r="textAreaRight" b="textAreaBottom"/>
                  <a:pathLst>
                    <a:path w="696" h="627">
                      <a:moveTo>
                        <a:pt x="696" y="0"/>
                      </a:moveTo>
                      <a:cubicBezTo>
                        <a:pt x="617" y="20"/>
                        <a:pt x="536" y="74"/>
                        <a:pt x="512" y="150"/>
                      </a:cubicBezTo>
                      <a:cubicBezTo>
                        <a:pt x="502" y="181"/>
                        <a:pt x="470" y="200"/>
                        <a:pt x="438" y="195"/>
                      </a:cubicBezTo>
                      <a:cubicBezTo>
                        <a:pt x="416" y="192"/>
                        <a:pt x="394" y="206"/>
                        <a:pt x="389" y="228"/>
                      </a:cubicBezTo>
                      <a:cubicBezTo>
                        <a:pt x="382" y="255"/>
                        <a:pt x="358" y="278"/>
                        <a:pt x="325" y="278"/>
                      </a:cubicBezTo>
                      <a:cubicBezTo>
                        <a:pt x="163" y="278"/>
                        <a:pt x="32" y="409"/>
                        <a:pt x="32" y="571"/>
                      </a:cubicBezTo>
                      <a:cubicBezTo>
                        <a:pt x="32" y="595"/>
                        <a:pt x="19" y="616"/>
                        <a:pt x="0" y="627"/>
                      </a:cubicBezTo>
                      <a:cubicBezTo>
                        <a:pt x="645" y="627"/>
                        <a:pt x="645" y="627"/>
                        <a:pt x="645" y="627"/>
                      </a:cubicBezTo>
                      <a:cubicBezTo>
                        <a:pt x="673" y="627"/>
                        <a:pt x="696" y="605"/>
                        <a:pt x="696" y="576"/>
                      </a:cubicBezTo>
                      <a:cubicBezTo>
                        <a:pt x="696" y="0"/>
                        <a:pt x="696" y="0"/>
                        <a:pt x="6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" name="Google Shape;349;p13"/>
                <p:cNvSpPr/>
                <p:nvPr/>
              </p:nvSpPr>
              <p:spPr>
                <a:xfrm>
                  <a:off x="8444520" y="585720"/>
                  <a:ext cx="326520" cy="50400"/>
                </a:xfrm>
                <a:custGeom>
                  <a:avLst/>
                  <a:gdLst>
                    <a:gd name="textAreaLeft" fmla="*/ 0 w 326520"/>
                    <a:gd name="textAreaRight" fmla="*/ 326880 w 326520"/>
                    <a:gd name="textAreaTop" fmla="*/ 0 h 50400"/>
                    <a:gd name="textAreaBottom" fmla="*/ 50760 h 50400"/>
                  </a:gdLst>
                  <a:ahLst/>
                  <a:cxnLst/>
                  <a:rect l="textAreaLeft" t="textAreaTop" r="textAreaRight" b="textAreaBottom"/>
                  <a:pathLst>
                    <a:path w="1675" h="260">
                      <a:moveTo>
                        <a:pt x="1586" y="127"/>
                      </a:moveTo>
                      <a:cubicBezTo>
                        <a:pt x="1299" y="127"/>
                        <a:pt x="1299" y="127"/>
                        <a:pt x="1299" y="127"/>
                      </a:cubicBezTo>
                      <a:cubicBezTo>
                        <a:pt x="1299" y="0"/>
                        <a:pt x="1299" y="0"/>
                        <a:pt x="1299" y="0"/>
                      </a:cubicBezTo>
                      <a:cubicBezTo>
                        <a:pt x="375" y="0"/>
                        <a:pt x="375" y="0"/>
                        <a:pt x="375" y="0"/>
                      </a:cubicBezTo>
                      <a:cubicBezTo>
                        <a:pt x="375" y="127"/>
                        <a:pt x="375" y="127"/>
                        <a:pt x="375" y="127"/>
                      </a:cubicBezTo>
                      <a:cubicBezTo>
                        <a:pt x="89" y="127"/>
                        <a:pt x="89" y="127"/>
                        <a:pt x="89" y="127"/>
                      </a:cubicBezTo>
                      <a:cubicBezTo>
                        <a:pt x="0" y="131"/>
                        <a:pt x="1" y="257"/>
                        <a:pt x="89" y="260"/>
                      </a:cubicBezTo>
                      <a:cubicBezTo>
                        <a:pt x="1586" y="260"/>
                        <a:pt x="1586" y="260"/>
                        <a:pt x="1586" y="260"/>
                      </a:cubicBezTo>
                      <a:cubicBezTo>
                        <a:pt x="1675" y="257"/>
                        <a:pt x="1674" y="131"/>
                        <a:pt x="1586" y="12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0" bIns="25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8" name="Google Shape;350;p13"/>
                <p:cNvSpPr/>
                <p:nvPr/>
              </p:nvSpPr>
              <p:spPr>
                <a:xfrm>
                  <a:off x="8532000" y="395280"/>
                  <a:ext cx="16920" cy="46800"/>
                </a:xfrm>
                <a:custGeom>
                  <a:avLst/>
                  <a:gdLst>
                    <a:gd name="textAreaLeft" fmla="*/ 0 w 16920"/>
                    <a:gd name="textAreaRight" fmla="*/ 17280 w 16920"/>
                    <a:gd name="textAreaTop" fmla="*/ 0 h 46800"/>
                    <a:gd name="textAreaBottom" fmla="*/ 47160 h 46800"/>
                  </a:gdLst>
                  <a:ahLst/>
                  <a:cxnLst/>
                  <a:rect l="textAreaLeft" t="textAreaTop" r="textAreaRight" b="textAreaBottom"/>
                  <a:pathLst>
                    <a:path w="88" h="241">
                      <a:moveTo>
                        <a:pt x="0" y="241"/>
                      </a:moveTo>
                      <a:cubicBezTo>
                        <a:pt x="88" y="174"/>
                        <a:pt x="88" y="174"/>
                        <a:pt x="88" y="174"/>
                      </a:cubicBezTo>
                      <a:cubicBezTo>
                        <a:pt x="73" y="116"/>
                        <a:pt x="62" y="57"/>
                        <a:pt x="54" y="0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41"/>
                        <a:pt x="0" y="241"/>
                        <a:pt x="0" y="24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400" bIns="234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9" name="Google Shape;351;p13"/>
                <p:cNvSpPr/>
                <p:nvPr/>
              </p:nvSpPr>
              <p:spPr>
                <a:xfrm>
                  <a:off x="8523360" y="447480"/>
                  <a:ext cx="168480" cy="111600"/>
                </a:xfrm>
                <a:custGeom>
                  <a:avLst/>
                  <a:gdLst>
                    <a:gd name="textAreaLeft" fmla="*/ 0 w 168480"/>
                    <a:gd name="textAreaRight" fmla="*/ 168840 w 168480"/>
                    <a:gd name="textAreaTop" fmla="*/ 0 h 111600"/>
                    <a:gd name="textAreaBottom" fmla="*/ 111960 h 111600"/>
                  </a:gdLst>
                  <a:ahLst/>
                  <a:cxnLst/>
                  <a:rect l="textAreaLeft" t="textAreaTop" r="textAreaRight" b="textAreaBottom"/>
                  <a:pathLst>
                    <a:path w="865" h="573">
                      <a:moveTo>
                        <a:pt x="297" y="573"/>
                      </a:moveTo>
                      <a:cubicBezTo>
                        <a:pt x="562" y="573"/>
                        <a:pt x="562" y="573"/>
                        <a:pt x="562" y="573"/>
                      </a:cubicBezTo>
                      <a:cubicBezTo>
                        <a:pt x="577" y="523"/>
                        <a:pt x="615" y="481"/>
                        <a:pt x="663" y="462"/>
                      </a:cubicBezTo>
                      <a:cubicBezTo>
                        <a:pt x="680" y="331"/>
                        <a:pt x="757" y="219"/>
                        <a:pt x="865" y="153"/>
                      </a:cubicBezTo>
                      <a:cubicBezTo>
                        <a:pt x="863" y="152"/>
                        <a:pt x="862" y="151"/>
                        <a:pt x="860" y="150"/>
                      </a:cubicBezTo>
                      <a:cubicBezTo>
                        <a:pt x="858" y="149"/>
                        <a:pt x="856" y="148"/>
                        <a:pt x="854" y="147"/>
                      </a:cubicBezTo>
                      <a:cubicBezTo>
                        <a:pt x="819" y="128"/>
                        <a:pt x="785" y="106"/>
                        <a:pt x="754" y="82"/>
                      </a:cubicBezTo>
                      <a:cubicBezTo>
                        <a:pt x="649" y="0"/>
                        <a:pt x="649" y="0"/>
                        <a:pt x="649" y="0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117" y="86"/>
                        <a:pt x="117" y="86"/>
                        <a:pt x="117" y="86"/>
                      </a:cubicBezTo>
                      <a:cubicBezTo>
                        <a:pt x="80" y="113"/>
                        <a:pt x="41" y="137"/>
                        <a:pt x="0" y="158"/>
                      </a:cubicBezTo>
                      <a:cubicBezTo>
                        <a:pt x="105" y="224"/>
                        <a:pt x="179" y="334"/>
                        <a:pt x="195" y="463"/>
                      </a:cubicBezTo>
                      <a:cubicBezTo>
                        <a:pt x="244" y="482"/>
                        <a:pt x="282" y="523"/>
                        <a:pt x="297" y="573"/>
                      </a:cubicBezTo>
                      <a:close/>
                      <a:moveTo>
                        <a:pt x="389" y="339"/>
                      </a:moveTo>
                      <a:cubicBezTo>
                        <a:pt x="415" y="313"/>
                        <a:pt x="457" y="313"/>
                        <a:pt x="483" y="339"/>
                      </a:cubicBezTo>
                      <a:cubicBezTo>
                        <a:pt x="543" y="404"/>
                        <a:pt x="454" y="493"/>
                        <a:pt x="389" y="433"/>
                      </a:cubicBezTo>
                      <a:cubicBezTo>
                        <a:pt x="363" y="407"/>
                        <a:pt x="363" y="365"/>
                        <a:pt x="389" y="33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10" name="Google Shape;352;p13"/>
              <p:cNvGrpSpPr/>
              <p:nvPr/>
            </p:nvGrpSpPr>
            <p:grpSpPr>
              <a:xfrm>
                <a:off x="8993160" y="584640"/>
                <a:ext cx="344160" cy="317160"/>
                <a:chOff x="8993160" y="584640"/>
                <a:chExt cx="344160" cy="317160"/>
              </a:xfrm>
            </p:grpSpPr>
            <p:sp>
              <p:nvSpPr>
                <p:cNvPr id="111" name="Google Shape;353;p13"/>
                <p:cNvSpPr/>
                <p:nvPr/>
              </p:nvSpPr>
              <p:spPr>
                <a:xfrm>
                  <a:off x="9108000" y="6386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12" name="Google Shape;354;p13"/>
                <p:cNvSpPr/>
                <p:nvPr/>
              </p:nvSpPr>
              <p:spPr>
                <a:xfrm>
                  <a:off x="8993160" y="8233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13" name="Google Shape;355;p13"/>
                <p:cNvSpPr/>
                <p:nvPr/>
              </p:nvSpPr>
              <p:spPr>
                <a:xfrm>
                  <a:off x="9026280" y="5846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14" name="Google Shape;356;p13"/>
                <p:cNvSpPr/>
                <p:nvPr/>
              </p:nvSpPr>
              <p:spPr>
                <a:xfrm>
                  <a:off x="9051120" y="7905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115" name="Google Shape;357;p13"/>
          <p:cNvGrpSpPr/>
          <p:nvPr/>
        </p:nvGrpSpPr>
        <p:grpSpPr>
          <a:xfrm>
            <a:off x="-3638160" y="-2808720"/>
            <a:ext cx="5889960" cy="9371520"/>
            <a:chOff x="-3638160" y="-2808720"/>
            <a:chExt cx="5889960" cy="9371520"/>
          </a:xfrm>
        </p:grpSpPr>
        <p:pic>
          <p:nvPicPr>
            <p:cNvPr id="116" name="Google Shape;358;p1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3138600">
              <a:off x="-1972440" y="-208044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7" name="Google Shape;359;p13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023800">
              <a:off x="-2974320" y="240624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72000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title"/>
          </p:nvPr>
        </p:nvSpPr>
        <p:spPr>
          <a:xfrm>
            <a:off x="395856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title"/>
          </p:nvPr>
        </p:nvSpPr>
        <p:spPr>
          <a:xfrm>
            <a:off x="3958560" y="135540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title"/>
          </p:nvPr>
        </p:nvSpPr>
        <p:spPr>
          <a:xfrm>
            <a:off x="72000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title"/>
          </p:nvPr>
        </p:nvSpPr>
        <p:spPr>
          <a:xfrm>
            <a:off x="720000" y="249228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title"/>
          </p:nvPr>
        </p:nvSpPr>
        <p:spPr>
          <a:xfrm>
            <a:off x="3958560" y="3629160"/>
            <a:ext cx="82332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401;p15"/>
          <p:cNvPicPr/>
          <p:nvPr/>
        </p:nvPicPr>
        <p:blipFill>
          <a:blip r:embed="rId3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402;p15"/>
          <p:cNvPicPr/>
          <p:nvPr/>
        </p:nvPicPr>
        <p:blipFill>
          <a:blip r:embed="rId4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153" name="Google Shape;403;p15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154" name="Google Shape;404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405;p1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406;p15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57" name="Google Shape;407;p15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58" name="Google Shape;408;p15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59" name="Google Shape;409;p15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0" name="Google Shape;410;p15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61" name="Google Shape;411;p15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62" name="Google Shape;412;p15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3" name="Google Shape;413;p15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4" name="Google Shape;414;p15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619440" y="539640"/>
            <a:ext cx="24019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13160" y="554760"/>
            <a:ext cx="2800800" cy="40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7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3671640" y="539640"/>
            <a:ext cx="2304000" cy="228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1833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3671640" y="2953800"/>
            <a:ext cx="4740120" cy="16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5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437;p17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84" name="Google Shape;438;p17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0" y="-7596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185" name="Google Shape;439;p17"/>
          <p:cNvGrpSpPr/>
          <p:nvPr/>
        </p:nvGrpSpPr>
        <p:grpSpPr>
          <a:xfrm>
            <a:off x="-2667600" y="2296080"/>
            <a:ext cx="14666760" cy="4977000"/>
            <a:chOff x="-2667600" y="2296080"/>
            <a:chExt cx="14666760" cy="4977000"/>
          </a:xfrm>
        </p:grpSpPr>
        <p:pic>
          <p:nvPicPr>
            <p:cNvPr id="186" name="Google Shape;440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6957600">
              <a:off x="7895520" y="319032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7" name="Google Shape;441;p17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3656000">
              <a:off x="-1964880" y="303912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8" name="Google Shape;442;p17"/>
          <p:cNvGrpSpPr/>
          <p:nvPr/>
        </p:nvGrpSpPr>
        <p:grpSpPr>
          <a:xfrm>
            <a:off x="8093880" y="-442440"/>
            <a:ext cx="2007000" cy="1963080"/>
            <a:chOff x="8093880" y="-442440"/>
            <a:chExt cx="2007000" cy="1963080"/>
          </a:xfrm>
        </p:grpSpPr>
        <p:pic>
          <p:nvPicPr>
            <p:cNvPr id="189" name="Google Shape;443;p17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>
              <a:off x="8093880" y="-44244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90" name="Google Shape;444;p17"/>
            <p:cNvGrpSpPr/>
            <p:nvPr/>
          </p:nvGrpSpPr>
          <p:grpSpPr>
            <a:xfrm>
              <a:off x="8962920" y="-52200"/>
              <a:ext cx="344160" cy="317160"/>
              <a:chOff x="8962920" y="-52200"/>
              <a:chExt cx="344160" cy="317160"/>
            </a:xfrm>
          </p:grpSpPr>
          <p:sp>
            <p:nvSpPr>
              <p:cNvPr id="191" name="Google Shape;445;p17"/>
              <p:cNvSpPr/>
              <p:nvPr/>
            </p:nvSpPr>
            <p:spPr>
              <a:xfrm>
                <a:off x="9077760" y="180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2" name="Google Shape;446;p17"/>
              <p:cNvSpPr/>
              <p:nvPr/>
            </p:nvSpPr>
            <p:spPr>
              <a:xfrm>
                <a:off x="8962920" y="186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3" name="Google Shape;447;p17"/>
              <p:cNvSpPr/>
              <p:nvPr/>
            </p:nvSpPr>
            <p:spPr>
              <a:xfrm>
                <a:off x="8996040" y="-522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4" name="Google Shape;448;p17"/>
              <p:cNvSpPr/>
              <p:nvPr/>
            </p:nvSpPr>
            <p:spPr>
              <a:xfrm>
                <a:off x="9020880" y="153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95" name="Google Shape;449;p17"/>
            <p:cNvGrpSpPr/>
            <p:nvPr/>
          </p:nvGrpSpPr>
          <p:grpSpPr>
            <a:xfrm>
              <a:off x="8332200" y="-50760"/>
              <a:ext cx="314280" cy="314640"/>
              <a:chOff x="8332200" y="-50760"/>
              <a:chExt cx="314280" cy="314640"/>
            </a:xfrm>
          </p:grpSpPr>
          <p:sp>
            <p:nvSpPr>
              <p:cNvPr id="196" name="Google Shape;450;p17"/>
              <p:cNvSpPr/>
              <p:nvPr/>
            </p:nvSpPr>
            <p:spPr>
              <a:xfrm>
                <a:off x="8371440" y="-2088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7" name="Google Shape;451;p17"/>
              <p:cNvSpPr/>
              <p:nvPr/>
            </p:nvSpPr>
            <p:spPr>
              <a:xfrm>
                <a:off x="8332200" y="-507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98" name="Google Shape;452;p17"/>
            <p:cNvGrpSpPr/>
            <p:nvPr/>
          </p:nvGrpSpPr>
          <p:grpSpPr>
            <a:xfrm>
              <a:off x="8649360" y="489960"/>
              <a:ext cx="356040" cy="357120"/>
              <a:chOff x="8649360" y="489960"/>
              <a:chExt cx="356040" cy="357120"/>
            </a:xfrm>
          </p:grpSpPr>
          <p:sp>
            <p:nvSpPr>
              <p:cNvPr id="199" name="Google Shape;453;p17"/>
              <p:cNvSpPr/>
              <p:nvPr/>
            </p:nvSpPr>
            <p:spPr>
              <a:xfrm>
                <a:off x="8727120" y="7002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0" name="Google Shape;454;p17"/>
              <p:cNvSpPr/>
              <p:nvPr/>
            </p:nvSpPr>
            <p:spPr>
              <a:xfrm>
                <a:off x="8858880" y="7009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1" name="Google Shape;455;p17"/>
              <p:cNvSpPr/>
              <p:nvPr/>
            </p:nvSpPr>
            <p:spPr>
              <a:xfrm>
                <a:off x="8727120" y="5688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2" name="Google Shape;456;p17"/>
              <p:cNvSpPr/>
              <p:nvPr/>
            </p:nvSpPr>
            <p:spPr>
              <a:xfrm>
                <a:off x="8857440" y="5688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3" name="Google Shape;457;p17"/>
              <p:cNvSpPr/>
              <p:nvPr/>
            </p:nvSpPr>
            <p:spPr>
              <a:xfrm>
                <a:off x="8808480" y="65196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4" name="Google Shape;458;p17"/>
              <p:cNvSpPr/>
              <p:nvPr/>
            </p:nvSpPr>
            <p:spPr>
              <a:xfrm>
                <a:off x="8721720" y="5641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5" name="Google Shape;459;p17"/>
              <p:cNvSpPr/>
              <p:nvPr/>
            </p:nvSpPr>
            <p:spPr>
              <a:xfrm>
                <a:off x="8649360" y="4899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06" name="Google Shape;460;p17"/>
            <p:cNvGrpSpPr/>
            <p:nvPr/>
          </p:nvGrpSpPr>
          <p:grpSpPr>
            <a:xfrm>
              <a:off x="9257400" y="485280"/>
              <a:ext cx="354600" cy="366480"/>
              <a:chOff x="9257400" y="485280"/>
              <a:chExt cx="354600" cy="366480"/>
            </a:xfrm>
          </p:grpSpPr>
          <p:sp>
            <p:nvSpPr>
              <p:cNvPr id="207" name="Google Shape;461;p17"/>
              <p:cNvSpPr/>
              <p:nvPr/>
            </p:nvSpPr>
            <p:spPr>
              <a:xfrm>
                <a:off x="9257400" y="4852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8" name="Google Shape;462;p17"/>
              <p:cNvSpPr/>
              <p:nvPr/>
            </p:nvSpPr>
            <p:spPr>
              <a:xfrm>
                <a:off x="9505440" y="8056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9" name="Google Shape;463;p17"/>
              <p:cNvSpPr/>
              <p:nvPr/>
            </p:nvSpPr>
            <p:spPr>
              <a:xfrm>
                <a:off x="9448920" y="7344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10" name="Google Shape;464;p17"/>
            <p:cNvGrpSpPr/>
            <p:nvPr/>
          </p:nvGrpSpPr>
          <p:grpSpPr>
            <a:xfrm>
              <a:off x="9623520" y="-52920"/>
              <a:ext cx="326880" cy="318600"/>
              <a:chOff x="9623520" y="-52920"/>
              <a:chExt cx="326880" cy="318600"/>
            </a:xfrm>
          </p:grpSpPr>
          <p:sp>
            <p:nvSpPr>
              <p:cNvPr id="211" name="Google Shape;465;p17"/>
              <p:cNvSpPr/>
              <p:nvPr/>
            </p:nvSpPr>
            <p:spPr>
              <a:xfrm>
                <a:off x="9749880" y="24408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2" name="Google Shape;466;p17"/>
              <p:cNvSpPr/>
              <p:nvPr/>
            </p:nvSpPr>
            <p:spPr>
              <a:xfrm>
                <a:off x="9623520" y="655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3" name="Google Shape;467;p17"/>
              <p:cNvSpPr/>
              <p:nvPr/>
            </p:nvSpPr>
            <p:spPr>
              <a:xfrm>
                <a:off x="9761400" y="1998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" name="Google Shape;468;p17"/>
              <p:cNvSpPr/>
              <p:nvPr/>
            </p:nvSpPr>
            <p:spPr>
              <a:xfrm>
                <a:off x="9648720" y="-5292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" name="Google Shape;469;p17"/>
              <p:cNvSpPr/>
              <p:nvPr/>
            </p:nvSpPr>
            <p:spPr>
              <a:xfrm>
                <a:off x="9777240" y="15768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6" name="Google Shape;470;p17"/>
              <p:cNvSpPr/>
              <p:nvPr/>
            </p:nvSpPr>
            <p:spPr>
              <a:xfrm>
                <a:off x="9792720" y="11484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7" name="Google Shape;471;p17"/>
              <p:cNvSpPr/>
              <p:nvPr/>
            </p:nvSpPr>
            <p:spPr>
              <a:xfrm>
                <a:off x="9821880" y="226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8" name="Google Shape;472;p17"/>
              <p:cNvSpPr/>
              <p:nvPr/>
            </p:nvSpPr>
            <p:spPr>
              <a:xfrm>
                <a:off x="9859320" y="18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9" name="Google Shape;473;p17"/>
              <p:cNvSpPr/>
              <p:nvPr/>
            </p:nvSpPr>
            <p:spPr>
              <a:xfrm>
                <a:off x="9896760" y="-2700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482;p18"/>
          <p:cNvPicPr/>
          <p:nvPr/>
        </p:nvPicPr>
        <p:blipFill>
          <a:blip r:embed="rId3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22" name="Google Shape;483;p18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36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223" name="Google Shape;484;p18"/>
          <p:cNvGrpSpPr/>
          <p:nvPr/>
        </p:nvGrpSpPr>
        <p:grpSpPr>
          <a:xfrm>
            <a:off x="-1748160" y="-2045880"/>
            <a:ext cx="13606200" cy="8901720"/>
            <a:chOff x="-1748160" y="-2045880"/>
            <a:chExt cx="13606200" cy="8901720"/>
          </a:xfrm>
        </p:grpSpPr>
        <p:pic>
          <p:nvPicPr>
            <p:cNvPr id="224" name="Google Shape;485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20138400" flipH="1">
              <a:off x="7759080" y="-146952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5" name="Google Shape;486;p1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57800" flipH="1">
              <a:off x="-1670040" y="331164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26" name="Google Shape;487;p18"/>
          <p:cNvGrpSpPr/>
          <p:nvPr/>
        </p:nvGrpSpPr>
        <p:grpSpPr>
          <a:xfrm>
            <a:off x="8205480" y="3553200"/>
            <a:ext cx="1963080" cy="2057760"/>
            <a:chOff x="8205480" y="3553200"/>
            <a:chExt cx="1963080" cy="2057760"/>
          </a:xfrm>
        </p:grpSpPr>
        <p:pic>
          <p:nvPicPr>
            <p:cNvPr id="227" name="Google Shape;488;p18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6200000">
              <a:off x="8183520" y="357516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8" name="Google Shape;489;p18"/>
            <p:cNvGrpSpPr/>
            <p:nvPr/>
          </p:nvGrpSpPr>
          <p:grpSpPr>
            <a:xfrm>
              <a:off x="9154080" y="5293800"/>
              <a:ext cx="344520" cy="317160"/>
              <a:chOff x="9154080" y="5293800"/>
              <a:chExt cx="344520" cy="317160"/>
            </a:xfrm>
          </p:grpSpPr>
          <p:sp>
            <p:nvSpPr>
              <p:cNvPr id="229" name="Google Shape;490;p18"/>
              <p:cNvSpPr/>
              <p:nvPr/>
            </p:nvSpPr>
            <p:spPr>
              <a:xfrm>
                <a:off x="9268920" y="534744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0" name="Google Shape;491;p18"/>
              <p:cNvSpPr/>
              <p:nvPr/>
            </p:nvSpPr>
            <p:spPr>
              <a:xfrm>
                <a:off x="9154080" y="553248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1" name="Google Shape;492;p18"/>
              <p:cNvSpPr/>
              <p:nvPr/>
            </p:nvSpPr>
            <p:spPr>
              <a:xfrm>
                <a:off x="9187560" y="529380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2" name="Google Shape;493;p18"/>
              <p:cNvSpPr/>
              <p:nvPr/>
            </p:nvSpPr>
            <p:spPr>
              <a:xfrm>
                <a:off x="9212040" y="549972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33" name="Google Shape;494;p18"/>
            <p:cNvGrpSpPr/>
            <p:nvPr/>
          </p:nvGrpSpPr>
          <p:grpSpPr>
            <a:xfrm>
              <a:off x="9169200" y="4019400"/>
              <a:ext cx="314280" cy="314640"/>
              <a:chOff x="9169200" y="4019400"/>
              <a:chExt cx="314280" cy="314640"/>
            </a:xfrm>
          </p:grpSpPr>
          <p:sp>
            <p:nvSpPr>
              <p:cNvPr id="234" name="Google Shape;495;p18"/>
              <p:cNvSpPr/>
              <p:nvPr/>
            </p:nvSpPr>
            <p:spPr>
              <a:xfrm>
                <a:off x="9208800" y="40496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5" name="Google Shape;496;p18"/>
              <p:cNvSpPr/>
              <p:nvPr/>
            </p:nvSpPr>
            <p:spPr>
              <a:xfrm>
                <a:off x="9169200" y="401940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36" name="Google Shape;497;p18"/>
            <p:cNvGrpSpPr/>
            <p:nvPr/>
          </p:nvGrpSpPr>
          <p:grpSpPr>
            <a:xfrm>
              <a:off x="9148320" y="4635360"/>
              <a:ext cx="356040" cy="357120"/>
              <a:chOff x="9148320" y="4635360"/>
              <a:chExt cx="356040" cy="357120"/>
            </a:xfrm>
          </p:grpSpPr>
          <p:sp>
            <p:nvSpPr>
              <p:cNvPr id="237" name="Google Shape;498;p18"/>
              <p:cNvSpPr/>
              <p:nvPr/>
            </p:nvSpPr>
            <p:spPr>
              <a:xfrm>
                <a:off x="9226080" y="484560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8" name="Google Shape;499;p18"/>
              <p:cNvSpPr/>
              <p:nvPr/>
            </p:nvSpPr>
            <p:spPr>
              <a:xfrm>
                <a:off x="9357840" y="484632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9" name="Google Shape;500;p18"/>
              <p:cNvSpPr/>
              <p:nvPr/>
            </p:nvSpPr>
            <p:spPr>
              <a:xfrm>
                <a:off x="9226080" y="471420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0" name="Google Shape;501;p18"/>
              <p:cNvSpPr/>
              <p:nvPr/>
            </p:nvSpPr>
            <p:spPr>
              <a:xfrm>
                <a:off x="9356400" y="471420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1" name="Google Shape;502;p18"/>
              <p:cNvSpPr/>
              <p:nvPr/>
            </p:nvSpPr>
            <p:spPr>
              <a:xfrm>
                <a:off x="9307440" y="479772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2" name="Google Shape;503;p18"/>
              <p:cNvSpPr/>
              <p:nvPr/>
            </p:nvSpPr>
            <p:spPr>
              <a:xfrm>
                <a:off x="9220320" y="470952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3" name="Google Shape;504;p18"/>
              <p:cNvSpPr/>
              <p:nvPr/>
            </p:nvSpPr>
            <p:spPr>
              <a:xfrm>
                <a:off x="9148320" y="463536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44" name="Google Shape;505;p18"/>
            <p:cNvGrpSpPr/>
            <p:nvPr/>
          </p:nvGrpSpPr>
          <p:grpSpPr>
            <a:xfrm>
              <a:off x="8591760" y="4953600"/>
              <a:ext cx="354600" cy="366480"/>
              <a:chOff x="8591760" y="4953600"/>
              <a:chExt cx="354600" cy="366480"/>
            </a:xfrm>
          </p:grpSpPr>
          <p:sp>
            <p:nvSpPr>
              <p:cNvPr id="245" name="Google Shape;506;p18"/>
              <p:cNvSpPr/>
              <p:nvPr/>
            </p:nvSpPr>
            <p:spPr>
              <a:xfrm>
                <a:off x="8591760" y="495360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6" name="Google Shape;507;p18"/>
              <p:cNvSpPr/>
              <p:nvPr/>
            </p:nvSpPr>
            <p:spPr>
              <a:xfrm>
                <a:off x="8840160" y="527400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7" name="Google Shape;508;p18"/>
              <p:cNvSpPr/>
              <p:nvPr/>
            </p:nvSpPr>
            <p:spPr>
              <a:xfrm>
                <a:off x="8783640" y="520308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48" name="Google Shape;509;p18"/>
            <p:cNvGrpSpPr/>
            <p:nvPr/>
          </p:nvGrpSpPr>
          <p:grpSpPr>
            <a:xfrm>
              <a:off x="8605800" y="4336200"/>
              <a:ext cx="326880" cy="318600"/>
              <a:chOff x="8605800" y="4336200"/>
              <a:chExt cx="326880" cy="318600"/>
            </a:xfrm>
          </p:grpSpPr>
          <p:sp>
            <p:nvSpPr>
              <p:cNvPr id="249" name="Google Shape;510;p18"/>
              <p:cNvSpPr/>
              <p:nvPr/>
            </p:nvSpPr>
            <p:spPr>
              <a:xfrm>
                <a:off x="8732160" y="463320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0" name="Google Shape;511;p18"/>
              <p:cNvSpPr/>
              <p:nvPr/>
            </p:nvSpPr>
            <p:spPr>
              <a:xfrm>
                <a:off x="8605800" y="445464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1" name="Google Shape;512;p18"/>
              <p:cNvSpPr/>
              <p:nvPr/>
            </p:nvSpPr>
            <p:spPr>
              <a:xfrm>
                <a:off x="8743680" y="458892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2" name="Google Shape;513;p18"/>
              <p:cNvSpPr/>
              <p:nvPr/>
            </p:nvSpPr>
            <p:spPr>
              <a:xfrm>
                <a:off x="8631000" y="433620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3" name="Google Shape;514;p18"/>
              <p:cNvSpPr/>
              <p:nvPr/>
            </p:nvSpPr>
            <p:spPr>
              <a:xfrm>
                <a:off x="8759520" y="454680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4" name="Google Shape;515;p18"/>
              <p:cNvSpPr/>
              <p:nvPr/>
            </p:nvSpPr>
            <p:spPr>
              <a:xfrm>
                <a:off x="8775000" y="450396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5" name="Google Shape;516;p18"/>
              <p:cNvSpPr/>
              <p:nvPr/>
            </p:nvSpPr>
            <p:spPr>
              <a:xfrm>
                <a:off x="8804160" y="441180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6" name="Google Shape;517;p18"/>
              <p:cNvSpPr/>
              <p:nvPr/>
            </p:nvSpPr>
            <p:spPr>
              <a:xfrm>
                <a:off x="8841600" y="439092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7" name="Google Shape;518;p18"/>
              <p:cNvSpPr/>
              <p:nvPr/>
            </p:nvSpPr>
            <p:spPr>
              <a:xfrm>
                <a:off x="8879040" y="436212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529;p19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60" name="Google Shape;530;p19"/>
          <p:cNvPicPr/>
          <p:nvPr/>
        </p:nvPicPr>
        <p:blipFill>
          <a:blip r:embed="rId4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ln w="0">
            <a:noFill/>
          </a:ln>
        </p:spPr>
      </p:pic>
      <p:pic>
        <p:nvPicPr>
          <p:cNvPr id="261" name="Google Shape;531;p19"/>
          <p:cNvPicPr/>
          <p:nvPr/>
        </p:nvPicPr>
        <p:blipFill>
          <a:blip r:embed="rId5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ln w="0">
            <a:noFill/>
          </a:ln>
        </p:spPr>
      </p:pic>
      <p:grpSp>
        <p:nvGrpSpPr>
          <p:cNvPr id="262" name="Google Shape;532;p19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263" name="Google Shape;533;p19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64" name="Google Shape;534;p19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265" name="Google Shape;535;p19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" name="Google Shape;536;p19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" name="Google Shape;537;p19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8" name="Google Shape;538;p19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69" name="Google Shape;539;p19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270" name="Google Shape;540;p19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1" name="Google Shape;541;p19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72" name="Google Shape;542;p19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273" name="Google Shape;543;p19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4" name="Google Shape;544;p19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5" name="Google Shape;545;p19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6" name="Google Shape;546;p19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7" name="Google Shape;547;p19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8" name="Google Shape;548;p19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9" name="Google Shape;549;p19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80" name="Google Shape;550;p19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281" name="Google Shape;551;p19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2" name="Google Shape;552;p19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3" name="Google Shape;553;p19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84" name="Google Shape;554;p19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285" name="Google Shape;555;p19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6" name="Google Shape;556;p19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7" name="Google Shape;557;p19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8" name="Google Shape;558;p19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9" name="Google Shape;559;p19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0" name="Google Shape;560;p19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1" name="Google Shape;561;p19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2" name="Google Shape;562;p19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3" name="Google Shape;563;p19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578;p20"/>
          <p:cNvPicPr/>
          <p:nvPr/>
        </p:nvPicPr>
        <p:blipFill>
          <a:blip r:embed="rId3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96" name="Google Shape;579;p20"/>
          <p:cNvPicPr/>
          <p:nvPr/>
        </p:nvPicPr>
        <p:blipFill>
          <a:blip r:embed="rId4"/>
          <a:srcRect l="7208" r="48305" b="45432"/>
          <a:stretch/>
        </p:blipFill>
        <p:spPr>
          <a:xfrm rot="10800000" flipH="1">
            <a:off x="12960" y="-1008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297" name="Google Shape;580;p20"/>
          <p:cNvGrpSpPr/>
          <p:nvPr/>
        </p:nvGrpSpPr>
        <p:grpSpPr>
          <a:xfrm>
            <a:off x="-1712520" y="-2171520"/>
            <a:ext cx="12926160" cy="9305280"/>
            <a:chOff x="-1712520" y="-2171520"/>
            <a:chExt cx="12926160" cy="9305280"/>
          </a:xfrm>
        </p:grpSpPr>
        <p:pic>
          <p:nvPicPr>
            <p:cNvPr id="298" name="Google Shape;581;p20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99" name="Google Shape;582;p20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029600" y="-144324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00" name="Google Shape;583;p20"/>
          <p:cNvGrpSpPr/>
          <p:nvPr/>
        </p:nvGrpSpPr>
        <p:grpSpPr>
          <a:xfrm>
            <a:off x="-298440" y="-442440"/>
            <a:ext cx="9732600" cy="6075360"/>
            <a:chOff x="-298440" y="-442440"/>
            <a:chExt cx="9732600" cy="6075360"/>
          </a:xfrm>
        </p:grpSpPr>
        <p:grpSp>
          <p:nvGrpSpPr>
            <p:cNvPr id="301" name="Google Shape;584;p20"/>
            <p:cNvGrpSpPr/>
            <p:nvPr/>
          </p:nvGrpSpPr>
          <p:grpSpPr>
            <a:xfrm>
              <a:off x="7427160" y="-442440"/>
              <a:ext cx="2007000" cy="1963080"/>
              <a:chOff x="7427160" y="-442440"/>
              <a:chExt cx="2007000" cy="1963080"/>
            </a:xfrm>
          </p:grpSpPr>
          <p:pic>
            <p:nvPicPr>
              <p:cNvPr id="302" name="Google Shape;585;p20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>
                <a:off x="7427160" y="-44244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303" name="Google Shape;586;p20"/>
              <p:cNvGrpSpPr/>
              <p:nvPr/>
            </p:nvGrpSpPr>
            <p:grpSpPr>
              <a:xfrm>
                <a:off x="7989840" y="469440"/>
                <a:ext cx="356040" cy="357120"/>
                <a:chOff x="7989840" y="469440"/>
                <a:chExt cx="356040" cy="357120"/>
              </a:xfrm>
            </p:grpSpPr>
            <p:sp>
              <p:nvSpPr>
                <p:cNvPr id="304" name="Google Shape;587;p20"/>
                <p:cNvSpPr/>
                <p:nvPr/>
              </p:nvSpPr>
              <p:spPr>
                <a:xfrm>
                  <a:off x="8067600" y="679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5" name="Google Shape;588;p20"/>
                <p:cNvSpPr/>
                <p:nvPr/>
              </p:nvSpPr>
              <p:spPr>
                <a:xfrm>
                  <a:off x="8199720" y="68040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6" name="Google Shape;589;p20"/>
                <p:cNvSpPr/>
                <p:nvPr/>
              </p:nvSpPr>
              <p:spPr>
                <a:xfrm>
                  <a:off x="8067600" y="54828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7" name="Google Shape;590;p20"/>
                <p:cNvSpPr/>
                <p:nvPr/>
              </p:nvSpPr>
              <p:spPr>
                <a:xfrm>
                  <a:off x="8197920" y="54828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8" name="Google Shape;591;p20"/>
                <p:cNvSpPr/>
                <p:nvPr/>
              </p:nvSpPr>
              <p:spPr>
                <a:xfrm>
                  <a:off x="8148960" y="63144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9" name="Google Shape;592;p20"/>
                <p:cNvSpPr/>
                <p:nvPr/>
              </p:nvSpPr>
              <p:spPr>
                <a:xfrm>
                  <a:off x="8062200" y="54360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0" name="Google Shape;593;p20"/>
                <p:cNvSpPr/>
                <p:nvPr/>
              </p:nvSpPr>
              <p:spPr>
                <a:xfrm>
                  <a:off x="7989840" y="46944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11" name="Google Shape;594;p20"/>
              <p:cNvGrpSpPr/>
              <p:nvPr/>
            </p:nvGrpSpPr>
            <p:grpSpPr>
              <a:xfrm>
                <a:off x="8254080" y="-139680"/>
                <a:ext cx="430560" cy="444960"/>
                <a:chOff x="8254080" y="-139680"/>
                <a:chExt cx="430560" cy="444960"/>
              </a:xfrm>
            </p:grpSpPr>
            <p:sp>
              <p:nvSpPr>
                <p:cNvPr id="312" name="Google Shape;595;p20"/>
                <p:cNvSpPr/>
                <p:nvPr/>
              </p:nvSpPr>
              <p:spPr>
                <a:xfrm>
                  <a:off x="8254080" y="-139680"/>
                  <a:ext cx="430560" cy="281520"/>
                </a:xfrm>
                <a:custGeom>
                  <a:avLst/>
                  <a:gdLst>
                    <a:gd name="textAreaLeft" fmla="*/ 0 w 430560"/>
                    <a:gd name="textAreaRight" fmla="*/ 430920 w 430560"/>
                    <a:gd name="textAreaTop" fmla="*/ 0 h 281520"/>
                    <a:gd name="textAreaBottom" fmla="*/ 281880 h 28152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3" name="Google Shape;596;p20"/>
                <p:cNvSpPr/>
                <p:nvPr/>
              </p:nvSpPr>
              <p:spPr>
                <a:xfrm>
                  <a:off x="8555400" y="249120"/>
                  <a:ext cx="53640" cy="5616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4" name="Google Shape;597;p20"/>
                <p:cNvSpPr/>
                <p:nvPr/>
              </p:nvSpPr>
              <p:spPr>
                <a:xfrm>
                  <a:off x="8487000" y="163080"/>
                  <a:ext cx="164160" cy="590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59040"/>
                    <a:gd name="textAreaBottom" fmla="*/ 59400 h 5904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520" bIns="29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315" name="Google Shape;598;p20"/>
            <p:cNvGrpSpPr/>
            <p:nvPr/>
          </p:nvGrpSpPr>
          <p:grpSpPr>
            <a:xfrm>
              <a:off x="-298440" y="3575160"/>
              <a:ext cx="1963080" cy="2057760"/>
              <a:chOff x="-298440" y="3575160"/>
              <a:chExt cx="1963080" cy="2057760"/>
            </a:xfrm>
          </p:grpSpPr>
          <p:pic>
            <p:nvPicPr>
              <p:cNvPr id="316" name="Google Shape;599;p20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 rot="16200000">
                <a:off x="-320040" y="359712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317" name="Google Shape;600;p20"/>
              <p:cNvGrpSpPr/>
              <p:nvPr/>
            </p:nvGrpSpPr>
            <p:grpSpPr>
              <a:xfrm>
                <a:off x="650160" y="5315760"/>
                <a:ext cx="344160" cy="317160"/>
                <a:chOff x="650160" y="5315760"/>
                <a:chExt cx="344160" cy="317160"/>
              </a:xfrm>
            </p:grpSpPr>
            <p:sp>
              <p:nvSpPr>
                <p:cNvPr id="318" name="Google Shape;601;p20"/>
                <p:cNvSpPr/>
                <p:nvPr/>
              </p:nvSpPr>
              <p:spPr>
                <a:xfrm>
                  <a:off x="765000" y="53694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9" name="Google Shape;602;p20"/>
                <p:cNvSpPr/>
                <p:nvPr/>
              </p:nvSpPr>
              <p:spPr>
                <a:xfrm>
                  <a:off x="650160" y="55544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0" name="Google Shape;603;p20"/>
                <p:cNvSpPr/>
                <p:nvPr/>
              </p:nvSpPr>
              <p:spPr>
                <a:xfrm>
                  <a:off x="683280" y="53157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1" name="Google Shape;604;p20"/>
                <p:cNvSpPr/>
                <p:nvPr/>
              </p:nvSpPr>
              <p:spPr>
                <a:xfrm>
                  <a:off x="708120" y="55216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22" name="Google Shape;605;p20"/>
              <p:cNvGrpSpPr/>
              <p:nvPr/>
            </p:nvGrpSpPr>
            <p:grpSpPr>
              <a:xfrm>
                <a:off x="665280" y="4041360"/>
                <a:ext cx="314280" cy="314640"/>
                <a:chOff x="665280" y="4041360"/>
                <a:chExt cx="314280" cy="314640"/>
              </a:xfrm>
            </p:grpSpPr>
            <p:sp>
              <p:nvSpPr>
                <p:cNvPr id="323" name="Google Shape;606;p20"/>
                <p:cNvSpPr/>
                <p:nvPr/>
              </p:nvSpPr>
              <p:spPr>
                <a:xfrm>
                  <a:off x="704520" y="407160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4" name="Google Shape;607;p20"/>
                <p:cNvSpPr/>
                <p:nvPr/>
              </p:nvSpPr>
              <p:spPr>
                <a:xfrm>
                  <a:off x="665280" y="404136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25" name="Google Shape;608;p20"/>
              <p:cNvGrpSpPr/>
              <p:nvPr/>
            </p:nvGrpSpPr>
            <p:grpSpPr>
              <a:xfrm>
                <a:off x="644400" y="4657320"/>
                <a:ext cx="356040" cy="357120"/>
                <a:chOff x="644400" y="4657320"/>
                <a:chExt cx="356040" cy="357120"/>
              </a:xfrm>
            </p:grpSpPr>
            <p:sp>
              <p:nvSpPr>
                <p:cNvPr id="326" name="Google Shape;609;p20"/>
                <p:cNvSpPr/>
                <p:nvPr/>
              </p:nvSpPr>
              <p:spPr>
                <a:xfrm>
                  <a:off x="722160" y="4867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200" bIns="342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7" name="Google Shape;610;p20"/>
                <p:cNvSpPr/>
                <p:nvPr/>
              </p:nvSpPr>
              <p:spPr>
                <a:xfrm>
                  <a:off x="853920" y="4868280"/>
                  <a:ext cx="67680" cy="67320"/>
                </a:xfrm>
                <a:custGeom>
                  <a:avLst/>
                  <a:gdLst>
                    <a:gd name="textAreaLeft" fmla="*/ 0 w 67680"/>
                    <a:gd name="textAreaRight" fmla="*/ 68040 w 67680"/>
                    <a:gd name="textAreaTop" fmla="*/ 0 h 67320"/>
                    <a:gd name="textAreaBottom" fmla="*/ 67680 h 6732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8" name="Google Shape;611;p20"/>
                <p:cNvSpPr/>
                <p:nvPr/>
              </p:nvSpPr>
              <p:spPr>
                <a:xfrm>
                  <a:off x="722160" y="4736160"/>
                  <a:ext cx="66960" cy="6768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7680"/>
                    <a:gd name="textAreaBottom" fmla="*/ 68040 h 6768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9" name="Google Shape;612;p20"/>
                <p:cNvSpPr/>
                <p:nvPr/>
              </p:nvSpPr>
              <p:spPr>
                <a:xfrm>
                  <a:off x="852480" y="4736160"/>
                  <a:ext cx="69120" cy="69120"/>
                </a:xfrm>
                <a:custGeom>
                  <a:avLst/>
                  <a:gdLst>
                    <a:gd name="textAreaLeft" fmla="*/ 0 w 69120"/>
                    <a:gd name="textAreaRight" fmla="*/ 69480 w 69120"/>
                    <a:gd name="textAreaTop" fmla="*/ 0 h 69120"/>
                    <a:gd name="textAreaBottom" fmla="*/ 69480 h 6912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4560" bIns="34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0" name="Google Shape;613;p20"/>
                <p:cNvSpPr/>
                <p:nvPr/>
              </p:nvSpPr>
              <p:spPr>
                <a:xfrm>
                  <a:off x="803160" y="4819680"/>
                  <a:ext cx="36000" cy="35280"/>
                </a:xfrm>
                <a:custGeom>
                  <a:avLst/>
                  <a:gdLst>
                    <a:gd name="textAreaLeft" fmla="*/ 0 w 36000"/>
                    <a:gd name="textAreaRight" fmla="*/ 36360 w 36000"/>
                    <a:gd name="textAreaTop" fmla="*/ 0 h 35280"/>
                    <a:gd name="textAreaBottom" fmla="*/ 35640 h 3528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7640" bIns="176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1" name="Google Shape;614;p20"/>
                <p:cNvSpPr/>
                <p:nvPr/>
              </p:nvSpPr>
              <p:spPr>
                <a:xfrm>
                  <a:off x="716400" y="4731480"/>
                  <a:ext cx="209880" cy="209880"/>
                </a:xfrm>
                <a:custGeom>
                  <a:avLst/>
                  <a:gdLst>
                    <a:gd name="textAreaLeft" fmla="*/ 0 w 209880"/>
                    <a:gd name="textAreaRight" fmla="*/ 210240 w 209880"/>
                    <a:gd name="textAreaTop" fmla="*/ 0 h 209880"/>
                    <a:gd name="textAreaBottom" fmla="*/ 210240 h 2098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2" name="Google Shape;615;p20"/>
                <p:cNvSpPr/>
                <p:nvPr/>
              </p:nvSpPr>
              <p:spPr>
                <a:xfrm>
                  <a:off x="644400" y="4657320"/>
                  <a:ext cx="356040" cy="357120"/>
                </a:xfrm>
                <a:custGeom>
                  <a:avLst/>
                  <a:gdLst>
                    <a:gd name="textAreaLeft" fmla="*/ 0 w 356040"/>
                    <a:gd name="textAreaRight" fmla="*/ 356400 w 356040"/>
                    <a:gd name="textAreaTop" fmla="*/ 0 h 357120"/>
                    <a:gd name="textAreaBottom" fmla="*/ 357480 h 35712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33" name="Google Shape;616;p20"/>
              <p:cNvGrpSpPr/>
              <p:nvPr/>
            </p:nvGrpSpPr>
            <p:grpSpPr>
              <a:xfrm>
                <a:off x="87840" y="4975560"/>
                <a:ext cx="354600" cy="366480"/>
                <a:chOff x="87840" y="4975560"/>
                <a:chExt cx="354600" cy="366480"/>
              </a:xfrm>
            </p:grpSpPr>
            <p:sp>
              <p:nvSpPr>
                <p:cNvPr id="334" name="Google Shape;617;p20"/>
                <p:cNvSpPr/>
                <p:nvPr/>
              </p:nvSpPr>
              <p:spPr>
                <a:xfrm>
                  <a:off x="87840" y="4975560"/>
                  <a:ext cx="354600" cy="231480"/>
                </a:xfrm>
                <a:custGeom>
                  <a:avLst/>
                  <a:gdLst>
                    <a:gd name="textAreaLeft" fmla="*/ 0 w 354600"/>
                    <a:gd name="textAreaRight" fmla="*/ 354960 w 354600"/>
                    <a:gd name="textAreaTop" fmla="*/ 0 h 231480"/>
                    <a:gd name="textAreaBottom" fmla="*/ 231840 h 23148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5" name="Google Shape;618;p20"/>
                <p:cNvSpPr/>
                <p:nvPr/>
              </p:nvSpPr>
              <p:spPr>
                <a:xfrm>
                  <a:off x="335880" y="5295960"/>
                  <a:ext cx="44280" cy="46080"/>
                </a:xfrm>
                <a:custGeom>
                  <a:avLst/>
                  <a:gdLst>
                    <a:gd name="textAreaLeft" fmla="*/ 0 w 44280"/>
                    <a:gd name="textAreaRight" fmla="*/ 44640 w 44280"/>
                    <a:gd name="textAreaTop" fmla="*/ 0 h 46080"/>
                    <a:gd name="textAreaBottom" fmla="*/ 46440 h 4608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3040" bIns="230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6" name="Google Shape;619;p20"/>
                <p:cNvSpPr/>
                <p:nvPr/>
              </p:nvSpPr>
              <p:spPr>
                <a:xfrm>
                  <a:off x="279360" y="5225040"/>
                  <a:ext cx="135000" cy="48600"/>
                </a:xfrm>
                <a:custGeom>
                  <a:avLst/>
                  <a:gdLst>
                    <a:gd name="textAreaLeft" fmla="*/ 0 w 135000"/>
                    <a:gd name="textAreaRight" fmla="*/ 135360 w 135000"/>
                    <a:gd name="textAreaTop" fmla="*/ 0 h 48600"/>
                    <a:gd name="textAreaBottom" fmla="*/ 48960 h 4860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4480" bIns="244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37" name="Google Shape;620;p20"/>
              <p:cNvGrpSpPr/>
              <p:nvPr/>
            </p:nvGrpSpPr>
            <p:grpSpPr>
              <a:xfrm>
                <a:off x="101880" y="4358160"/>
                <a:ext cx="326520" cy="318600"/>
                <a:chOff x="101880" y="4358160"/>
                <a:chExt cx="326520" cy="318600"/>
              </a:xfrm>
            </p:grpSpPr>
            <p:sp>
              <p:nvSpPr>
                <p:cNvPr id="338" name="Google Shape;621;p20"/>
                <p:cNvSpPr/>
                <p:nvPr/>
              </p:nvSpPr>
              <p:spPr>
                <a:xfrm>
                  <a:off x="227880" y="4655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9" name="Google Shape;622;p20"/>
                <p:cNvSpPr/>
                <p:nvPr/>
              </p:nvSpPr>
              <p:spPr>
                <a:xfrm>
                  <a:off x="101880" y="447660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0" name="Google Shape;623;p20"/>
                <p:cNvSpPr/>
                <p:nvPr/>
              </p:nvSpPr>
              <p:spPr>
                <a:xfrm>
                  <a:off x="239760" y="461088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1" name="Google Shape;624;p20"/>
                <p:cNvSpPr/>
                <p:nvPr/>
              </p:nvSpPr>
              <p:spPr>
                <a:xfrm>
                  <a:off x="126720" y="435816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2" name="Google Shape;625;p20"/>
                <p:cNvSpPr/>
                <p:nvPr/>
              </p:nvSpPr>
              <p:spPr>
                <a:xfrm>
                  <a:off x="255240" y="4568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3" name="Google Shape;626;p20"/>
                <p:cNvSpPr/>
                <p:nvPr/>
              </p:nvSpPr>
              <p:spPr>
                <a:xfrm>
                  <a:off x="270720" y="4525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4" name="Google Shape;627;p20"/>
                <p:cNvSpPr/>
                <p:nvPr/>
              </p:nvSpPr>
              <p:spPr>
                <a:xfrm>
                  <a:off x="300240" y="443376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5" name="Google Shape;628;p20"/>
                <p:cNvSpPr/>
                <p:nvPr/>
              </p:nvSpPr>
              <p:spPr>
                <a:xfrm>
                  <a:off x="337680" y="441288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6" name="Google Shape;629;p20"/>
                <p:cNvSpPr/>
                <p:nvPr/>
              </p:nvSpPr>
              <p:spPr>
                <a:xfrm>
                  <a:off x="374760" y="4384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66500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title"/>
          </p:nvPr>
        </p:nvSpPr>
        <p:spPr>
          <a:xfrm>
            <a:off x="3226680" y="103248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title"/>
          </p:nvPr>
        </p:nvSpPr>
        <p:spPr>
          <a:xfrm>
            <a:off x="4788360" y="2743200"/>
            <a:ext cx="2689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666;p22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428" name="Google Shape;667;p22"/>
          <p:cNvGrpSpPr/>
          <p:nvPr/>
        </p:nvGrpSpPr>
        <p:grpSpPr>
          <a:xfrm>
            <a:off x="7297200" y="-806760"/>
            <a:ext cx="1963080" cy="2007000"/>
            <a:chOff x="7297200" y="-806760"/>
            <a:chExt cx="1963080" cy="2007000"/>
          </a:xfrm>
        </p:grpSpPr>
        <p:pic>
          <p:nvPicPr>
            <p:cNvPr id="429" name="Google Shape;668;p22"/>
            <p:cNvPicPr/>
            <p:nvPr/>
          </p:nvPicPr>
          <p:blipFill>
            <a:blip r:embed="rId4">
              <a:alphaModFix amt="50000"/>
            </a:blip>
            <a:stretch/>
          </p:blipFill>
          <p:spPr>
            <a:xfrm rot="5400000" flipH="1">
              <a:off x="7275240" y="-78480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30" name="Google Shape;669;p22"/>
            <p:cNvGrpSpPr/>
            <p:nvPr/>
          </p:nvGrpSpPr>
          <p:grpSpPr>
            <a:xfrm>
              <a:off x="8557560" y="1440"/>
              <a:ext cx="314280" cy="314640"/>
              <a:chOff x="8557560" y="1440"/>
              <a:chExt cx="314280" cy="314640"/>
            </a:xfrm>
          </p:grpSpPr>
          <p:sp>
            <p:nvSpPr>
              <p:cNvPr id="431" name="Google Shape;670;p22"/>
              <p:cNvSpPr/>
              <p:nvPr/>
            </p:nvSpPr>
            <p:spPr>
              <a:xfrm>
                <a:off x="8597160" y="3132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2" name="Google Shape;671;p22"/>
              <p:cNvSpPr/>
              <p:nvPr/>
            </p:nvSpPr>
            <p:spPr>
              <a:xfrm>
                <a:off x="8557560" y="144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33" name="Google Shape;672;p22"/>
            <p:cNvGrpSpPr/>
            <p:nvPr/>
          </p:nvGrpSpPr>
          <p:grpSpPr>
            <a:xfrm>
              <a:off x="8527320" y="611280"/>
              <a:ext cx="375480" cy="388080"/>
              <a:chOff x="8527320" y="611280"/>
              <a:chExt cx="375480" cy="388080"/>
            </a:xfrm>
          </p:grpSpPr>
          <p:sp>
            <p:nvSpPr>
              <p:cNvPr id="434" name="Google Shape;673;p22"/>
              <p:cNvSpPr/>
              <p:nvPr/>
            </p:nvSpPr>
            <p:spPr>
              <a:xfrm>
                <a:off x="8527320" y="61128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5" name="Google Shape;674;p22"/>
              <p:cNvSpPr/>
              <p:nvPr/>
            </p:nvSpPr>
            <p:spPr>
              <a:xfrm>
                <a:off x="8789760" y="95040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6" name="Google Shape;675;p22"/>
              <p:cNvSpPr/>
              <p:nvPr/>
            </p:nvSpPr>
            <p:spPr>
              <a:xfrm>
                <a:off x="8730000" y="87516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437" name="Google Shape;676;p22"/>
          <p:cNvPicPr/>
          <p:nvPr/>
        </p:nvPicPr>
        <p:blipFill>
          <a:blip r:embed="rId5">
            <a:alphaModFix amt="50000"/>
          </a:blip>
          <a:stretch/>
        </p:blipFill>
        <p:spPr>
          <a:xfrm rot="12280200" flipH="1">
            <a:off x="-2127240" y="-1840680"/>
            <a:ext cx="3541680" cy="3464640"/>
          </a:xfrm>
          <a:prstGeom prst="rect">
            <a:avLst/>
          </a:prstGeom>
          <a:ln w="0">
            <a:noFill/>
          </a:ln>
        </p:spPr>
      </p:pic>
      <p:pic>
        <p:nvPicPr>
          <p:cNvPr id="438" name="Google Shape;677;p22"/>
          <p:cNvPicPr/>
          <p:nvPr/>
        </p:nvPicPr>
        <p:blipFill>
          <a:blip r:embed="rId6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ln w="0">
            <a:noFill/>
          </a:ln>
        </p:spPr>
      </p:pic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738;p24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498" name="Google Shape;739;p24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499" name="Google Shape;740;p24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500" name="Google Shape;741;p2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01" name="Google Shape;742;p2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02" name="Google Shape;743;p24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503" name="Google Shape;744;p24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504" name="Google Shape;745;p24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505" name="Google Shape;746;p24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506" name="Google Shape;747;p24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07" name="Google Shape;748;p24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08" name="Google Shape;749;p24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09" name="Google Shape;750;p24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0" name="Google Shape;751;p24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1" name="Google Shape;752;p24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2" name="Google Shape;753;p24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3" name="Google Shape;754;p24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4" name="Google Shape;755;p24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15" name="Google Shape;756;p24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516" name="Google Shape;757;p24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7" name="Google Shape;758;p24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8" name="Google Shape;759;p24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19" name="Google Shape;760;p24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20" name="Google Shape;761;p24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21" name="Google Shape;762;p24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22" name="Google Shape;763;p24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23" name="Google Shape;764;p24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524" name="Google Shape;765;p24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25" name="Google Shape;766;p24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26" name="Google Shape;767;p24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527" name="Google Shape;768;p24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528" name="Google Shape;769;p24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529" name="Google Shape;770;p24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530" name="Google Shape;771;p24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31" name="Google Shape;772;p24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32" name="Google Shape;773;p24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33" name="Google Shape;774;p24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34" name="Google Shape;775;p24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535" name="Google Shape;776;p24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36" name="Google Shape;777;p24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37" name="Google Shape;778;p24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538" name="Google Shape;779;p24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39" name="Google Shape;780;p24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40" name="Google Shape;781;p24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41" name="Google Shape;782;p24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42" name="Google Shape;783;p24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785;p25"/>
          <p:cNvPicPr/>
          <p:nvPr/>
        </p:nvPicPr>
        <p:blipFill>
          <a:blip r:embed="rId3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544" name="Google Shape;786;p25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545" name="Google Shape;787;p25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546" name="Google Shape;788;p2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47" name="Google Shape;789;p25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548" name="Google Shape;790;p25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49" name="Google Shape;791;p25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0" name="Google Shape;792;p25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1" name="Google Shape;793;p25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2" name="Google Shape;794;p25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53" name="Google Shape;795;p25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554" name="Google Shape;796;p25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5" name="Google Shape;797;p25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6" name="Google Shape;798;p25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7" name="Google Shape;799;p25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558" name="Google Shape;800;p25"/>
          <p:cNvPicPr/>
          <p:nvPr/>
        </p:nvPicPr>
        <p:blipFill>
          <a:blip r:embed="rId6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66;p4"/>
          <p:cNvPicPr/>
          <p:nvPr/>
        </p:nvPicPr>
        <p:blipFill>
          <a:blip r:embed="rId3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560" name="Google Shape;67;p4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561" name="Google Shape;68;p4"/>
          <p:cNvGrpSpPr/>
          <p:nvPr/>
        </p:nvGrpSpPr>
        <p:grpSpPr>
          <a:xfrm>
            <a:off x="-2378160" y="-2853360"/>
            <a:ext cx="12216960" cy="9288720"/>
            <a:chOff x="-2378160" y="-2853360"/>
            <a:chExt cx="12216960" cy="9288720"/>
          </a:xfrm>
        </p:grpSpPr>
        <p:pic>
          <p:nvPicPr>
            <p:cNvPr id="562" name="Google Shape;69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719600" flipH="1">
              <a:off x="6088320" y="269136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63" name="Google Shape;70;p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9275600" flipH="1">
              <a:off x="-1683360" y="-212616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4" name="Google Shape;71;p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65" name="Google Shape;72;p4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66" name="Google Shape;73;p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67" name="Google Shape;74;p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68" name="Google Shape;75;p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69" name="Google Shape;76;p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0" name="Google Shape;77;p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71" name="Google Shape;78;p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572" name="Google Shape;79;p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3" name="Google Shape;80;p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4" name="Google Shape;81;p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5" name="Google Shape;82;p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6" name="Google Shape;83;p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7" name="Google Shape;84;p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8" name="Google Shape;85;p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79" name="Google Shape;86;p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580" name="Google Shape;87;p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1" name="Google Shape;88;p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2" name="Google Shape;89;p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93;p5"/>
          <p:cNvPicPr/>
          <p:nvPr/>
        </p:nvPicPr>
        <p:blipFill>
          <a:blip r:embed="rId3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588" name="Google Shape;94;p5"/>
          <p:cNvPicPr/>
          <p:nvPr/>
        </p:nvPicPr>
        <p:blipFill>
          <a:blip r:embed="rId4"/>
          <a:srcRect l="7208" r="48305" b="45432"/>
          <a:stretch/>
        </p:blipFill>
        <p:spPr>
          <a:xfrm flipH="1">
            <a:off x="7925040" y="228924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589" name="Google Shape;95;p5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590" name="Google Shape;96;p5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91" name="Google Shape;97;p5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592" name="Google Shape;98;p5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3" name="Google Shape;99;p5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4" name="Google Shape;100;p5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5" name="Google Shape;101;p5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96" name="Google Shape;102;p5"/>
            <p:cNvGrpSpPr/>
            <p:nvPr/>
          </p:nvGrpSpPr>
          <p:grpSpPr>
            <a:xfrm>
              <a:off x="8712000" y="-283320"/>
              <a:ext cx="314280" cy="314640"/>
              <a:chOff x="8712000" y="-283320"/>
              <a:chExt cx="314280" cy="314640"/>
            </a:xfrm>
          </p:grpSpPr>
          <p:sp>
            <p:nvSpPr>
              <p:cNvPr id="597" name="Google Shape;103;p5"/>
              <p:cNvSpPr/>
              <p:nvPr/>
            </p:nvSpPr>
            <p:spPr>
              <a:xfrm>
                <a:off x="8751600" y="-2534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8" name="Google Shape;104;p5"/>
              <p:cNvSpPr/>
              <p:nvPr/>
            </p:nvSpPr>
            <p:spPr>
              <a:xfrm>
                <a:off x="8712000" y="-28332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99" name="Google Shape;105;p5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00" name="Google Shape;106;p5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1" name="Google Shape;107;p5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2" name="Google Shape;108;p5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3" name="Google Shape;109;p5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4" name="Google Shape;110;p5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5" name="Google Shape;111;p5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6" name="Google Shape;112;p5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07" name="Google Shape;113;p5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08" name="Google Shape;114;p5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9" name="Google Shape;115;p5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0" name="Google Shape;116;p5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11" name="Google Shape;117;p5"/>
            <p:cNvGrpSpPr/>
            <p:nvPr/>
          </p:nvGrpSpPr>
          <p:grpSpPr>
            <a:xfrm>
              <a:off x="8148600" y="33480"/>
              <a:ext cx="326880" cy="318240"/>
              <a:chOff x="8148600" y="33480"/>
              <a:chExt cx="326880" cy="318240"/>
            </a:xfrm>
          </p:grpSpPr>
          <p:sp>
            <p:nvSpPr>
              <p:cNvPr id="612" name="Google Shape;118;p5"/>
              <p:cNvSpPr/>
              <p:nvPr/>
            </p:nvSpPr>
            <p:spPr>
              <a:xfrm>
                <a:off x="8274960" y="330120"/>
                <a:ext cx="115920" cy="2160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190" h="36">
                    <a:moveTo>
                      <a:pt x="1" y="14"/>
                    </a:moveTo>
                    <a:cubicBezTo>
                      <a:pt x="0" y="16"/>
                      <a:pt x="2" y="19"/>
                      <a:pt x="4" y="19"/>
                    </a:cubicBezTo>
                    <a:cubicBezTo>
                      <a:pt x="65" y="36"/>
                      <a:pt x="135" y="29"/>
                      <a:pt x="19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3" name="Google Shape;119;p5"/>
              <p:cNvSpPr/>
              <p:nvPr/>
            </p:nvSpPr>
            <p:spPr>
              <a:xfrm>
                <a:off x="8148600" y="151920"/>
                <a:ext cx="155880" cy="181080"/>
              </a:xfrm>
              <a:custGeom>
                <a:avLst/>
                <a:gdLst>
                  <a:gd name="textAreaLeft" fmla="*/ 0 w 155880"/>
                  <a:gd name="textAreaRight" fmla="*/ 156240 w 155880"/>
                  <a:gd name="textAreaTop" fmla="*/ 0 h 181080"/>
                  <a:gd name="textAreaBottom" fmla="*/ 181440 h 181080"/>
                </a:gdLst>
                <a:ahLst/>
                <a:cxnLst/>
                <a:rect l="textAreaLeft" t="textAreaTop" r="textAreaRight" b="textAreaBottom"/>
                <a:pathLst>
                  <a:path w="255" h="296">
                    <a:moveTo>
                      <a:pt x="251" y="72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2" y="0"/>
                      <a:pt x="29" y="2"/>
                      <a:pt x="28" y="5"/>
                    </a:cubicBezTo>
                    <a:cubicBezTo>
                      <a:pt x="0" y="121"/>
                      <a:pt x="60" y="245"/>
                      <a:pt x="169" y="295"/>
                    </a:cubicBezTo>
                    <a:cubicBezTo>
                      <a:pt x="171" y="296"/>
                      <a:pt x="174" y="295"/>
                      <a:pt x="175" y="292"/>
                    </a:cubicBezTo>
                    <a:cubicBezTo>
                      <a:pt x="254" y="78"/>
                      <a:pt x="254" y="78"/>
                      <a:pt x="254" y="78"/>
                    </a:cubicBezTo>
                    <a:cubicBezTo>
                      <a:pt x="255" y="76"/>
                      <a:pt x="254" y="73"/>
                      <a:pt x="251" y="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4" name="Google Shape;120;p5"/>
              <p:cNvSpPr/>
              <p:nvPr/>
            </p:nvSpPr>
            <p:spPr>
              <a:xfrm>
                <a:off x="8286480" y="286200"/>
                <a:ext cx="156960" cy="230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57" h="38">
                    <a:moveTo>
                      <a:pt x="0" y="38"/>
                    </a:moveTo>
                    <a:cubicBezTo>
                      <a:pt x="221" y="38"/>
                      <a:pt x="221" y="38"/>
                      <a:pt x="221" y="38"/>
                    </a:cubicBezTo>
                    <a:cubicBezTo>
                      <a:pt x="234" y="26"/>
                      <a:pt x="246" y="13"/>
                      <a:pt x="25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5" name="Google Shape;121;p5"/>
              <p:cNvSpPr/>
              <p:nvPr/>
            </p:nvSpPr>
            <p:spPr>
              <a:xfrm>
                <a:off x="8173800" y="33480"/>
                <a:ext cx="134280" cy="14148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41480"/>
                  <a:gd name="textAreaBottom" fmla="*/ 141840 h 141480"/>
                </a:gdLst>
                <a:ahLst/>
                <a:cxnLst/>
                <a:rect l="textAreaLeft" t="textAreaTop" r="textAreaRight" b="textAreaBottom"/>
                <a:pathLst>
                  <a:path w="220" h="231">
                    <a:moveTo>
                      <a:pt x="4" y="162"/>
                    </a:moveTo>
                    <a:cubicBezTo>
                      <a:pt x="214" y="230"/>
                      <a:pt x="214" y="230"/>
                      <a:pt x="214" y="230"/>
                    </a:cubicBezTo>
                    <a:cubicBezTo>
                      <a:pt x="217" y="231"/>
                      <a:pt x="220" y="229"/>
                      <a:pt x="220" y="226"/>
                    </a:cubicBezTo>
                    <a:cubicBezTo>
                      <a:pt x="220" y="5"/>
                      <a:pt x="220" y="5"/>
                      <a:pt x="220" y="5"/>
                    </a:cubicBezTo>
                    <a:cubicBezTo>
                      <a:pt x="220" y="2"/>
                      <a:pt x="217" y="0"/>
                      <a:pt x="215" y="0"/>
                    </a:cubicBezTo>
                    <a:cubicBezTo>
                      <a:pt x="155" y="6"/>
                      <a:pt x="99" y="31"/>
                      <a:pt x="56" y="75"/>
                    </a:cubicBezTo>
                    <a:cubicBezTo>
                      <a:pt x="32" y="98"/>
                      <a:pt x="14" y="125"/>
                      <a:pt x="1" y="155"/>
                    </a:cubicBezTo>
                    <a:cubicBezTo>
                      <a:pt x="0" y="158"/>
                      <a:pt x="1" y="161"/>
                      <a:pt x="4" y="16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6" name="Google Shape;122;p5"/>
              <p:cNvSpPr/>
              <p:nvPr/>
            </p:nvSpPr>
            <p:spPr>
              <a:xfrm>
                <a:off x="8302320" y="243720"/>
                <a:ext cx="164160" cy="2124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268" h="35">
                    <a:moveTo>
                      <a:pt x="0" y="35"/>
                    </a:moveTo>
                    <a:cubicBezTo>
                      <a:pt x="253" y="35"/>
                      <a:pt x="253" y="35"/>
                      <a:pt x="253" y="35"/>
                    </a:cubicBezTo>
                    <a:cubicBezTo>
                      <a:pt x="259" y="24"/>
                      <a:pt x="264" y="12"/>
                      <a:pt x="268" y="0"/>
                    </a:cubicBezTo>
                    <a:cubicBezTo>
                      <a:pt x="13" y="0"/>
                      <a:pt x="13" y="0"/>
                      <a:pt x="13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7" name="Google Shape;123;p5"/>
              <p:cNvSpPr/>
              <p:nvPr/>
            </p:nvSpPr>
            <p:spPr>
              <a:xfrm>
                <a:off x="8317800" y="200880"/>
                <a:ext cx="157680" cy="21600"/>
              </a:xfrm>
              <a:custGeom>
                <a:avLst/>
                <a:gdLst>
                  <a:gd name="textAreaLeft" fmla="*/ 0 w 157680"/>
                  <a:gd name="textAreaRight" fmla="*/ 158040 w 157680"/>
                  <a:gd name="textAreaTop" fmla="*/ 0 h 21600"/>
                  <a:gd name="textAreaBottom" fmla="*/ 21960 h 21600"/>
                </a:gdLst>
                <a:ahLst/>
                <a:cxnLst/>
                <a:rect l="textAreaLeft" t="textAreaTop" r="textAreaRight" b="textAreaBottom"/>
                <a:pathLst>
                  <a:path w="258" h="36">
                    <a:moveTo>
                      <a:pt x="253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1"/>
                      <a:pt x="13" y="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253" y="36"/>
                      <a:pt x="253" y="36"/>
                      <a:pt x="253" y="36"/>
                    </a:cubicBezTo>
                    <a:cubicBezTo>
                      <a:pt x="255" y="26"/>
                      <a:pt x="257" y="16"/>
                      <a:pt x="257" y="5"/>
                    </a:cubicBezTo>
                    <a:cubicBezTo>
                      <a:pt x="258" y="2"/>
                      <a:pt x="255" y="0"/>
                      <a:pt x="25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0" bIns="10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8" name="Google Shape;124;p5"/>
              <p:cNvSpPr/>
              <p:nvPr/>
            </p:nvSpPr>
            <p:spPr>
              <a:xfrm>
                <a:off x="8346960" y="109080"/>
                <a:ext cx="18360" cy="5472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31" h="90">
                    <a:moveTo>
                      <a:pt x="16" y="90"/>
                    </a:moveTo>
                    <a:cubicBezTo>
                      <a:pt x="24" y="90"/>
                      <a:pt x="31" y="84"/>
                      <a:pt x="31" y="75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0"/>
                      <a:pt x="16" y="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9" name="Google Shape;125;p5"/>
              <p:cNvSpPr/>
              <p:nvPr/>
            </p:nvSpPr>
            <p:spPr>
              <a:xfrm>
                <a:off x="8384400" y="88200"/>
                <a:ext cx="18000" cy="75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0" h="124">
                    <a:moveTo>
                      <a:pt x="15" y="124"/>
                    </a:moveTo>
                    <a:cubicBezTo>
                      <a:pt x="24" y="124"/>
                      <a:pt x="30" y="118"/>
                      <a:pt x="30" y="10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0"/>
                      <a:pt x="1" y="0"/>
                      <a:pt x="0" y="2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8"/>
                      <a:pt x="7" y="124"/>
                      <a:pt x="15" y="124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0" name="Google Shape;126;p5"/>
              <p:cNvSpPr/>
              <p:nvPr/>
            </p:nvSpPr>
            <p:spPr>
              <a:xfrm>
                <a:off x="8421840" y="59040"/>
                <a:ext cx="18360" cy="10440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30" h="171">
                    <a:moveTo>
                      <a:pt x="15" y="171"/>
                    </a:moveTo>
                    <a:cubicBezTo>
                      <a:pt x="23" y="171"/>
                      <a:pt x="30" y="165"/>
                      <a:pt x="30" y="156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1" y="0"/>
                      <a:pt x="0" y="20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5"/>
                      <a:pt x="7" y="171"/>
                      <a:pt x="15" y="171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21" name="Google Shape;127;p5"/>
          <p:cNvGrpSpPr/>
          <p:nvPr/>
        </p:nvGrpSpPr>
        <p:grpSpPr>
          <a:xfrm>
            <a:off x="-2390040" y="2612520"/>
            <a:ext cx="13982400" cy="5049000"/>
            <a:chOff x="-2390040" y="2612520"/>
            <a:chExt cx="13982400" cy="5049000"/>
          </a:xfrm>
        </p:grpSpPr>
        <p:pic>
          <p:nvPicPr>
            <p:cNvPr id="622" name="Google Shape;128;p5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2277600" flipH="1">
              <a:off x="7359480" y="347400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23" name="Google Shape;129;p5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7843800" flipH="1">
              <a:off x="-1692720" y="335232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136;p6"/>
          <p:cNvPicPr/>
          <p:nvPr/>
        </p:nvPicPr>
        <p:blipFill>
          <a:blip r:embed="rId3"/>
          <a:srcRect t="1844" r="1844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629" name="Google Shape;137;p6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ln w="0">
            <a:noFill/>
          </a:ln>
        </p:spPr>
      </p:pic>
      <p:grpSp>
        <p:nvGrpSpPr>
          <p:cNvPr id="630" name="Google Shape;138;p6"/>
          <p:cNvGrpSpPr/>
          <p:nvPr/>
        </p:nvGrpSpPr>
        <p:grpSpPr>
          <a:xfrm>
            <a:off x="-1232640" y="-442440"/>
            <a:ext cx="2007000" cy="1963080"/>
            <a:chOff x="-1232640" y="-442440"/>
            <a:chExt cx="2007000" cy="1963080"/>
          </a:xfrm>
        </p:grpSpPr>
        <p:pic>
          <p:nvPicPr>
            <p:cNvPr id="631" name="Google Shape;139;p6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>
              <a:off x="-1232640" y="-44244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632" name="Google Shape;140;p6"/>
            <p:cNvGrpSpPr/>
            <p:nvPr/>
          </p:nvGrpSpPr>
          <p:grpSpPr>
            <a:xfrm>
              <a:off x="-111240" y="413280"/>
              <a:ext cx="489240" cy="488520"/>
              <a:chOff x="-111240" y="413280"/>
              <a:chExt cx="489240" cy="488520"/>
            </a:xfrm>
          </p:grpSpPr>
          <p:sp>
            <p:nvSpPr>
              <p:cNvPr id="633" name="Google Shape;141;p6"/>
              <p:cNvSpPr/>
              <p:nvPr/>
            </p:nvSpPr>
            <p:spPr>
              <a:xfrm>
                <a:off x="12240" y="413280"/>
                <a:ext cx="243000" cy="246960"/>
              </a:xfrm>
              <a:custGeom>
                <a:avLst/>
                <a:gdLst>
                  <a:gd name="textAreaLeft" fmla="*/ 0 w 243000"/>
                  <a:gd name="textAreaRight" fmla="*/ 243360 w 243000"/>
                  <a:gd name="textAreaTop" fmla="*/ 0 h 246960"/>
                  <a:gd name="textAreaBottom" fmla="*/ 247320 h 246960"/>
                </a:gdLst>
                <a:ahLst/>
                <a:cxnLst/>
                <a:rect l="textAreaLeft" t="textAreaTop" r="textAreaRight" b="textAreaBottom"/>
                <a:pathLst>
                  <a:path w="255" h="259">
                    <a:moveTo>
                      <a:pt x="227" y="210"/>
                    </a:moveTo>
                    <a:cubicBezTo>
                      <a:pt x="230" y="210"/>
                      <a:pt x="232" y="208"/>
                      <a:pt x="233" y="206"/>
                    </a:cubicBezTo>
                    <a:cubicBezTo>
                      <a:pt x="253" y="167"/>
                      <a:pt x="253" y="167"/>
                      <a:pt x="253" y="167"/>
                    </a:cubicBezTo>
                    <a:cubicBezTo>
                      <a:pt x="255" y="163"/>
                      <a:pt x="253" y="160"/>
                      <a:pt x="250" y="158"/>
                    </a:cubicBezTo>
                    <a:cubicBezTo>
                      <a:pt x="229" y="148"/>
                      <a:pt x="229" y="148"/>
                      <a:pt x="229" y="148"/>
                    </a:cubicBezTo>
                    <a:cubicBezTo>
                      <a:pt x="227" y="146"/>
                      <a:pt x="226" y="144"/>
                      <a:pt x="226" y="141"/>
                    </a:cubicBezTo>
                    <a:cubicBezTo>
                      <a:pt x="227" y="131"/>
                      <a:pt x="227" y="120"/>
                      <a:pt x="225" y="109"/>
                    </a:cubicBezTo>
                    <a:cubicBezTo>
                      <a:pt x="224" y="107"/>
                      <a:pt x="226" y="104"/>
                      <a:pt x="228" y="103"/>
                    </a:cubicBezTo>
                    <a:cubicBezTo>
                      <a:pt x="248" y="91"/>
                      <a:pt x="248" y="91"/>
                      <a:pt x="248" y="91"/>
                    </a:cubicBezTo>
                    <a:cubicBezTo>
                      <a:pt x="251" y="89"/>
                      <a:pt x="252" y="85"/>
                      <a:pt x="250" y="82"/>
                    </a:cubicBezTo>
                    <a:cubicBezTo>
                      <a:pt x="228" y="44"/>
                      <a:pt x="228" y="44"/>
                      <a:pt x="228" y="44"/>
                    </a:cubicBezTo>
                    <a:cubicBezTo>
                      <a:pt x="227" y="42"/>
                      <a:pt x="224" y="41"/>
                      <a:pt x="222" y="41"/>
                    </a:cubicBezTo>
                    <a:cubicBezTo>
                      <a:pt x="221" y="41"/>
                      <a:pt x="220" y="41"/>
                      <a:pt x="219" y="42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197" y="55"/>
                      <a:pt x="194" y="54"/>
                      <a:pt x="191" y="53"/>
                    </a:cubicBezTo>
                    <a:cubicBezTo>
                      <a:pt x="182" y="45"/>
                      <a:pt x="172" y="39"/>
                      <a:pt x="160" y="35"/>
                    </a:cubicBezTo>
                    <a:cubicBezTo>
                      <a:pt x="158" y="34"/>
                      <a:pt x="156" y="31"/>
                      <a:pt x="156" y="29"/>
                    </a:cubicBezTo>
                    <a:cubicBezTo>
                      <a:pt x="156" y="7"/>
                      <a:pt x="156" y="7"/>
                      <a:pt x="156" y="7"/>
                    </a:cubicBezTo>
                    <a:cubicBezTo>
                      <a:pt x="156" y="3"/>
                      <a:pt x="153" y="0"/>
                      <a:pt x="149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1" y="0"/>
                      <a:pt x="98" y="3"/>
                      <a:pt x="98" y="7"/>
                    </a:cubicBezTo>
                    <a:cubicBezTo>
                      <a:pt x="98" y="29"/>
                      <a:pt x="98" y="29"/>
                      <a:pt x="98" y="29"/>
                    </a:cubicBezTo>
                    <a:cubicBezTo>
                      <a:pt x="98" y="31"/>
                      <a:pt x="97" y="34"/>
                      <a:pt x="94" y="35"/>
                    </a:cubicBezTo>
                    <a:cubicBezTo>
                      <a:pt x="81" y="40"/>
                      <a:pt x="68" y="47"/>
                      <a:pt x="58" y="57"/>
                    </a:cubicBezTo>
                    <a:cubicBezTo>
                      <a:pt x="56" y="59"/>
                      <a:pt x="53" y="59"/>
                      <a:pt x="51" y="5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7" y="46"/>
                      <a:pt x="23" y="47"/>
                      <a:pt x="21" y="50"/>
                    </a:cubicBezTo>
                    <a:cubicBezTo>
                      <a:pt x="1" y="90"/>
                      <a:pt x="1" y="90"/>
                      <a:pt x="1" y="90"/>
                    </a:cubicBezTo>
                    <a:cubicBezTo>
                      <a:pt x="0" y="93"/>
                      <a:pt x="1" y="97"/>
                      <a:pt x="4" y="99"/>
                    </a:cubicBezTo>
                    <a:cubicBezTo>
                      <a:pt x="25" y="109"/>
                      <a:pt x="25" y="109"/>
                      <a:pt x="25" y="109"/>
                    </a:cubicBezTo>
                    <a:cubicBezTo>
                      <a:pt x="27" y="110"/>
                      <a:pt x="29" y="113"/>
                      <a:pt x="28" y="116"/>
                    </a:cubicBezTo>
                    <a:cubicBezTo>
                      <a:pt x="27" y="126"/>
                      <a:pt x="27" y="137"/>
                      <a:pt x="29" y="147"/>
                    </a:cubicBezTo>
                    <a:cubicBezTo>
                      <a:pt x="30" y="150"/>
                      <a:pt x="29" y="153"/>
                      <a:pt x="26" y="154"/>
                    </a:cubicBezTo>
                    <a:cubicBezTo>
                      <a:pt x="6" y="166"/>
                      <a:pt x="6" y="166"/>
                      <a:pt x="6" y="166"/>
                    </a:cubicBezTo>
                    <a:cubicBezTo>
                      <a:pt x="3" y="167"/>
                      <a:pt x="2" y="171"/>
                      <a:pt x="4" y="175"/>
                    </a:cubicBezTo>
                    <a:cubicBezTo>
                      <a:pt x="26" y="213"/>
                      <a:pt x="26" y="213"/>
                      <a:pt x="26" y="213"/>
                    </a:cubicBezTo>
                    <a:cubicBezTo>
                      <a:pt x="28" y="216"/>
                      <a:pt x="32" y="217"/>
                      <a:pt x="35" y="215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8" y="202"/>
                      <a:pt x="61" y="202"/>
                      <a:pt x="63" y="204"/>
                    </a:cubicBezTo>
                    <a:cubicBezTo>
                      <a:pt x="72" y="212"/>
                      <a:pt x="82" y="218"/>
                      <a:pt x="94" y="222"/>
                    </a:cubicBezTo>
                    <a:cubicBezTo>
                      <a:pt x="97" y="223"/>
                      <a:pt x="98" y="225"/>
                      <a:pt x="98" y="228"/>
                    </a:cubicBezTo>
                    <a:cubicBezTo>
                      <a:pt x="98" y="252"/>
                      <a:pt x="98" y="252"/>
                      <a:pt x="98" y="252"/>
                    </a:cubicBezTo>
                    <a:cubicBezTo>
                      <a:pt x="98" y="256"/>
                      <a:pt x="101" y="259"/>
                      <a:pt x="105" y="259"/>
                    </a:cubicBezTo>
                    <a:cubicBezTo>
                      <a:pt x="149" y="259"/>
                      <a:pt x="149" y="259"/>
                      <a:pt x="149" y="259"/>
                    </a:cubicBezTo>
                    <a:cubicBezTo>
                      <a:pt x="153" y="259"/>
                      <a:pt x="156" y="256"/>
                      <a:pt x="156" y="252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5"/>
                      <a:pt x="158" y="223"/>
                      <a:pt x="160" y="222"/>
                    </a:cubicBezTo>
                    <a:cubicBezTo>
                      <a:pt x="174" y="217"/>
                      <a:pt x="186" y="209"/>
                      <a:pt x="196" y="200"/>
                    </a:cubicBezTo>
                    <a:cubicBezTo>
                      <a:pt x="198" y="198"/>
                      <a:pt x="201" y="197"/>
                      <a:pt x="204" y="199"/>
                    </a:cubicBezTo>
                    <a:cubicBezTo>
                      <a:pt x="224" y="209"/>
                      <a:pt x="224" y="209"/>
                      <a:pt x="224" y="209"/>
                    </a:cubicBezTo>
                    <a:cubicBezTo>
                      <a:pt x="225" y="209"/>
                      <a:pt x="226" y="210"/>
                      <a:pt x="227" y="210"/>
                    </a:cubicBezTo>
                    <a:close/>
                    <a:moveTo>
                      <a:pt x="127" y="172"/>
                    </a:moveTo>
                    <a:cubicBezTo>
                      <a:pt x="104" y="172"/>
                      <a:pt x="84" y="153"/>
                      <a:pt x="84" y="130"/>
                    </a:cubicBezTo>
                    <a:cubicBezTo>
                      <a:pt x="87" y="73"/>
                      <a:pt x="168" y="73"/>
                      <a:pt x="170" y="130"/>
                    </a:cubicBezTo>
                    <a:cubicBezTo>
                      <a:pt x="170" y="153"/>
                      <a:pt x="151" y="172"/>
                      <a:pt x="127" y="17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4" name="Google Shape;142;p6"/>
              <p:cNvSpPr/>
              <p:nvPr/>
            </p:nvSpPr>
            <p:spPr>
              <a:xfrm>
                <a:off x="120960" y="524880"/>
                <a:ext cx="24480" cy="2736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26" h="29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1" y="29"/>
                      <a:pt x="25" y="29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5" name="Google Shape;143;p6"/>
              <p:cNvSpPr/>
              <p:nvPr/>
            </p:nvSpPr>
            <p:spPr>
              <a:xfrm>
                <a:off x="82800" y="687600"/>
                <a:ext cx="99720" cy="21420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214200"/>
                  <a:gd name="textAreaBottom" fmla="*/ 214560 h 214200"/>
                </a:gdLst>
                <a:ahLst/>
                <a:cxnLst/>
                <a:rect l="textAreaLeft" t="textAreaTop" r="textAreaRight" b="textAreaBottom"/>
                <a:pathLst>
                  <a:path w="105" h="225">
                    <a:moveTo>
                      <a:pt x="99" y="145"/>
                    </a:moveTo>
                    <a:cubicBezTo>
                      <a:pt x="85" y="145"/>
                      <a:pt x="85" y="145"/>
                      <a:pt x="85" y="145"/>
                    </a:cubicBezTo>
                    <a:cubicBezTo>
                      <a:pt x="82" y="145"/>
                      <a:pt x="80" y="143"/>
                      <a:pt x="80" y="14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9" y="0"/>
                      <a:pt x="77" y="1"/>
                      <a:pt x="75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6" y="141"/>
                      <a:pt x="26" y="141"/>
                      <a:pt x="26" y="141"/>
                    </a:cubicBezTo>
                    <a:cubicBezTo>
                      <a:pt x="26" y="143"/>
                      <a:pt x="24" y="145"/>
                      <a:pt x="21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3" y="145"/>
                      <a:pt x="0" y="148"/>
                      <a:pt x="0" y="152"/>
                    </a:cubicBezTo>
                    <a:cubicBezTo>
                      <a:pt x="0" y="177"/>
                      <a:pt x="0" y="177"/>
                      <a:pt x="0" y="177"/>
                    </a:cubicBezTo>
                    <a:cubicBezTo>
                      <a:pt x="0" y="179"/>
                      <a:pt x="1" y="180"/>
                      <a:pt x="3" y="182"/>
                    </a:cubicBezTo>
                    <a:cubicBezTo>
                      <a:pt x="49" y="223"/>
                      <a:pt x="49" y="223"/>
                      <a:pt x="49" y="223"/>
                    </a:cubicBezTo>
                    <a:cubicBezTo>
                      <a:pt x="51" y="225"/>
                      <a:pt x="55" y="225"/>
                      <a:pt x="57" y="223"/>
                    </a:cubicBezTo>
                    <a:cubicBezTo>
                      <a:pt x="103" y="182"/>
                      <a:pt x="103" y="182"/>
                      <a:pt x="103" y="182"/>
                    </a:cubicBezTo>
                    <a:cubicBezTo>
                      <a:pt x="104" y="180"/>
                      <a:pt x="105" y="179"/>
                      <a:pt x="105" y="177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48"/>
                      <a:pt x="102" y="145"/>
                      <a:pt x="99" y="14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6" name="Google Shape;144;p6"/>
              <p:cNvSpPr/>
              <p:nvPr/>
            </p:nvSpPr>
            <p:spPr>
              <a:xfrm>
                <a:off x="-111240" y="639000"/>
                <a:ext cx="197640" cy="12348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208" h="130">
                    <a:moveTo>
                      <a:pt x="198" y="15"/>
                    </a:moveTo>
                    <a:cubicBezTo>
                      <a:pt x="198" y="6"/>
                      <a:pt x="198" y="6"/>
                      <a:pt x="198" y="6"/>
                    </a:cubicBezTo>
                    <a:cubicBezTo>
                      <a:pt x="194" y="4"/>
                      <a:pt x="191" y="2"/>
                      <a:pt x="187" y="0"/>
                    </a:cubicBezTo>
                    <a:cubicBezTo>
                      <a:pt x="180" y="4"/>
                      <a:pt x="180" y="4"/>
                      <a:pt x="180" y="4"/>
                    </a:cubicBezTo>
                    <a:cubicBezTo>
                      <a:pt x="174" y="8"/>
                      <a:pt x="166" y="9"/>
                      <a:pt x="158" y="8"/>
                    </a:cubicBezTo>
                    <a:cubicBezTo>
                      <a:pt x="158" y="18"/>
                      <a:pt x="158" y="18"/>
                      <a:pt x="158" y="18"/>
                    </a:cubicBezTo>
                    <a:cubicBezTo>
                      <a:pt x="158" y="36"/>
                      <a:pt x="143" y="51"/>
                      <a:pt x="125" y="51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3" y="51"/>
                      <a:pt x="81" y="49"/>
                      <a:pt x="81" y="46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28"/>
                      <a:pt x="78" y="25"/>
                      <a:pt x="74" y="25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47" y="25"/>
                      <a:pt x="46" y="26"/>
                      <a:pt x="44" y="28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0" y="76"/>
                      <a:pt x="0" y="80"/>
                      <a:pt x="3" y="82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6" y="129"/>
                      <a:pt x="47" y="130"/>
                      <a:pt x="49" y="130"/>
                    </a:cubicBezTo>
                    <a:cubicBezTo>
                      <a:pt x="74" y="130"/>
                      <a:pt x="74" y="130"/>
                      <a:pt x="74" y="130"/>
                    </a:cubicBezTo>
                    <a:cubicBezTo>
                      <a:pt x="78" y="130"/>
                      <a:pt x="81" y="127"/>
                      <a:pt x="81" y="123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7"/>
                      <a:pt x="83" y="105"/>
                      <a:pt x="85" y="105"/>
                    </a:cubicBezTo>
                    <a:cubicBezTo>
                      <a:pt x="118" y="105"/>
                      <a:pt x="118" y="105"/>
                      <a:pt x="118" y="105"/>
                    </a:cubicBezTo>
                    <a:cubicBezTo>
                      <a:pt x="160" y="105"/>
                      <a:pt x="196" y="77"/>
                      <a:pt x="208" y="40"/>
                    </a:cubicBezTo>
                    <a:cubicBezTo>
                      <a:pt x="202" y="33"/>
                      <a:pt x="198" y="25"/>
                      <a:pt x="198" y="15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7" name="Google Shape;145;p6"/>
              <p:cNvSpPr/>
              <p:nvPr/>
            </p:nvSpPr>
            <p:spPr>
              <a:xfrm>
                <a:off x="180000" y="634320"/>
                <a:ext cx="198000" cy="12852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208" h="135">
                    <a:moveTo>
                      <a:pt x="206" y="78"/>
                    </a:moveTo>
                    <a:cubicBezTo>
                      <a:pt x="164" y="33"/>
                      <a:pt x="164" y="33"/>
                      <a:pt x="164" y="33"/>
                    </a:cubicBezTo>
                    <a:cubicBezTo>
                      <a:pt x="163" y="31"/>
                      <a:pt x="161" y="30"/>
                      <a:pt x="159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1" y="30"/>
                      <a:pt x="128" y="33"/>
                      <a:pt x="128" y="37"/>
                    </a:cubicBezTo>
                    <a:cubicBezTo>
                      <a:pt x="128" y="51"/>
                      <a:pt x="128" y="51"/>
                      <a:pt x="128" y="51"/>
                    </a:cubicBezTo>
                    <a:cubicBezTo>
                      <a:pt x="128" y="54"/>
                      <a:pt x="126" y="56"/>
                      <a:pt x="12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5" y="56"/>
                      <a:pt x="50" y="41"/>
                      <a:pt x="50" y="2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5" y="7"/>
                      <a:pt x="40" y="6"/>
                      <a:pt x="35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6" y="8"/>
                      <a:pt x="10" y="11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30"/>
                      <a:pt x="6" y="38"/>
                      <a:pt x="0" y="45"/>
                    </a:cubicBezTo>
                    <a:cubicBezTo>
                      <a:pt x="12" y="82"/>
                      <a:pt x="48" y="110"/>
                      <a:pt x="90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cubicBezTo>
                      <a:pt x="126" y="110"/>
                      <a:pt x="128" y="112"/>
                      <a:pt x="128" y="114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8" y="132"/>
                      <a:pt x="131" y="135"/>
                      <a:pt x="134" y="135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61" y="135"/>
                      <a:pt x="163" y="134"/>
                      <a:pt x="164" y="133"/>
                    </a:cubicBezTo>
                    <a:cubicBezTo>
                      <a:pt x="206" y="87"/>
                      <a:pt x="206" y="87"/>
                      <a:pt x="206" y="87"/>
                    </a:cubicBezTo>
                    <a:cubicBezTo>
                      <a:pt x="208" y="85"/>
                      <a:pt x="208" y="81"/>
                      <a:pt x="206" y="7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38" name="Google Shape;146;p6"/>
            <p:cNvGrpSpPr/>
            <p:nvPr/>
          </p:nvGrpSpPr>
          <p:grpSpPr>
            <a:xfrm>
              <a:off x="282960" y="-76320"/>
              <a:ext cx="344160" cy="317160"/>
              <a:chOff x="282960" y="-76320"/>
              <a:chExt cx="344160" cy="317160"/>
            </a:xfrm>
          </p:grpSpPr>
          <p:sp>
            <p:nvSpPr>
              <p:cNvPr id="639" name="Google Shape;147;p6"/>
              <p:cNvSpPr/>
              <p:nvPr/>
            </p:nvSpPr>
            <p:spPr>
              <a:xfrm>
                <a:off x="397800" y="-223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0" name="Google Shape;148;p6"/>
              <p:cNvSpPr/>
              <p:nvPr/>
            </p:nvSpPr>
            <p:spPr>
              <a:xfrm>
                <a:off x="282960" y="16236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1" name="Google Shape;149;p6"/>
              <p:cNvSpPr/>
              <p:nvPr/>
            </p:nvSpPr>
            <p:spPr>
              <a:xfrm>
                <a:off x="316080" y="-763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2" name="Google Shape;150;p6"/>
              <p:cNvSpPr/>
              <p:nvPr/>
            </p:nvSpPr>
            <p:spPr>
              <a:xfrm>
                <a:off x="340920" y="12996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643" name="Google Shape;151;p6"/>
          <p:cNvPicPr/>
          <p:nvPr/>
        </p:nvPicPr>
        <p:blipFill>
          <a:blip r:embed="rId6">
            <a:alphaModFix amt="50000"/>
          </a:blip>
          <a:stretch/>
        </p:blipFill>
        <p:spPr>
          <a:xfrm rot="5829600">
            <a:off x="-1656000" y="3238200"/>
            <a:ext cx="3541680" cy="3464640"/>
          </a:xfrm>
          <a:prstGeom prst="rect">
            <a:avLst/>
          </a:prstGeom>
          <a:ln w="0">
            <a:noFill/>
          </a:ln>
        </p:spPr>
      </p:pic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154;p7"/>
          <p:cNvPicPr/>
          <p:nvPr/>
        </p:nvPicPr>
        <p:blipFill>
          <a:blip r:embed="rId3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647" name="Google Shape;155;p7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ln w="0">
            <a:noFill/>
          </a:ln>
        </p:spPr>
      </p:pic>
      <p:pic>
        <p:nvPicPr>
          <p:cNvPr id="648" name="Google Shape;156;p7"/>
          <p:cNvPicPr/>
          <p:nvPr/>
        </p:nvPicPr>
        <p:blipFill>
          <a:blip r:embed="rId5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ln w="0">
            <a:noFill/>
          </a:ln>
        </p:spPr>
      </p:pic>
      <p:grpSp>
        <p:nvGrpSpPr>
          <p:cNvPr id="649" name="Google Shape;157;p7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650" name="Google Shape;158;p7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651" name="Google Shape;159;p7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652" name="Google Shape;160;p7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3" name="Google Shape;161;p7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54" name="Google Shape;162;p7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655" name="Google Shape;163;p7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6" name="Google Shape;164;p7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7" name="Google Shape;165;p7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5163840" y="539640"/>
            <a:ext cx="326664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170;p8"/>
          <p:cNvPicPr/>
          <p:nvPr/>
        </p:nvPicPr>
        <p:blipFill>
          <a:blip r:embed="rId3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661" name="Google Shape;171;p8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662" name="Google Shape;172;p8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663" name="Google Shape;173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4" name="Google Shape;174;p8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65" name="Google Shape;175;p8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666" name="Google Shape;176;p8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667" name="Google Shape;177;p8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668" name="Google Shape;178;p8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9" name="Google Shape;179;p8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0" name="Google Shape;180;p8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1" name="Google Shape;181;p8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72" name="Google Shape;182;p8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673" name="Google Shape;183;p8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4" name="Google Shape;184;p8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5" name="Google Shape;185;p8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6" name="Google Shape;186;p8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7" name="Google Shape;187;p8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8" name="Google Shape;188;p8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9" name="Google Shape;189;p8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80" name="Google Shape;190;p8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681" name="Google Shape;191;p8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2" name="Google Shape;192;p8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83" name="Google Shape;193;p8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196;p9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686" name="Google Shape;197;p9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687" name="Google Shape;198;p9"/>
          <p:cNvGrpSpPr/>
          <p:nvPr/>
        </p:nvGrpSpPr>
        <p:grpSpPr>
          <a:xfrm>
            <a:off x="-440640" y="-271440"/>
            <a:ext cx="9706680" cy="5878800"/>
            <a:chOff x="-440640" y="-271440"/>
            <a:chExt cx="9706680" cy="5878800"/>
          </a:xfrm>
        </p:grpSpPr>
        <p:grpSp>
          <p:nvGrpSpPr>
            <p:cNvPr id="688" name="Google Shape;199;p9"/>
            <p:cNvGrpSpPr/>
            <p:nvPr/>
          </p:nvGrpSpPr>
          <p:grpSpPr>
            <a:xfrm>
              <a:off x="7302960" y="3600360"/>
              <a:ext cx="1963080" cy="2007000"/>
              <a:chOff x="7302960" y="3600360"/>
              <a:chExt cx="1963080" cy="2007000"/>
            </a:xfrm>
          </p:grpSpPr>
          <p:pic>
            <p:nvPicPr>
              <p:cNvPr id="689" name="Google Shape;200;p9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 rot="5400000">
                <a:off x="7281000" y="362232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690" name="Google Shape;201;p9"/>
              <p:cNvGrpSpPr/>
              <p:nvPr/>
            </p:nvGrpSpPr>
            <p:grpSpPr>
              <a:xfrm>
                <a:off x="8547840" y="4489920"/>
                <a:ext cx="326880" cy="318240"/>
                <a:chOff x="8547840" y="4489920"/>
                <a:chExt cx="326880" cy="318240"/>
              </a:xfrm>
            </p:grpSpPr>
            <p:sp>
              <p:nvSpPr>
                <p:cNvPr id="691" name="Google Shape;202;p9"/>
                <p:cNvSpPr/>
                <p:nvPr/>
              </p:nvSpPr>
              <p:spPr>
                <a:xfrm>
                  <a:off x="8674200" y="47865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2" name="Google Shape;203;p9"/>
                <p:cNvSpPr/>
                <p:nvPr/>
              </p:nvSpPr>
              <p:spPr>
                <a:xfrm>
                  <a:off x="8547840" y="46083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3" name="Google Shape;204;p9"/>
                <p:cNvSpPr/>
                <p:nvPr/>
              </p:nvSpPr>
              <p:spPr>
                <a:xfrm>
                  <a:off x="8685720" y="47426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4" name="Google Shape;205;p9"/>
                <p:cNvSpPr/>
                <p:nvPr/>
              </p:nvSpPr>
              <p:spPr>
                <a:xfrm>
                  <a:off x="8572680" y="44899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5" name="Google Shape;206;p9"/>
                <p:cNvSpPr/>
                <p:nvPr/>
              </p:nvSpPr>
              <p:spPr>
                <a:xfrm>
                  <a:off x="8701560" y="47001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6" name="Google Shape;207;p9"/>
                <p:cNvSpPr/>
                <p:nvPr/>
              </p:nvSpPr>
              <p:spPr>
                <a:xfrm>
                  <a:off x="8717040" y="46573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7" name="Google Shape;208;p9"/>
                <p:cNvSpPr/>
                <p:nvPr/>
              </p:nvSpPr>
              <p:spPr>
                <a:xfrm>
                  <a:off x="8746200" y="45655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8" name="Google Shape;209;p9"/>
                <p:cNvSpPr/>
                <p:nvPr/>
              </p:nvSpPr>
              <p:spPr>
                <a:xfrm>
                  <a:off x="8783640" y="45446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9" name="Google Shape;210;p9"/>
                <p:cNvSpPr/>
                <p:nvPr/>
              </p:nvSpPr>
              <p:spPr>
                <a:xfrm>
                  <a:off x="8821080" y="451584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00" name="Google Shape;211;p9"/>
              <p:cNvGrpSpPr/>
              <p:nvPr/>
            </p:nvGrpSpPr>
            <p:grpSpPr>
              <a:xfrm>
                <a:off x="8591040" y="5153400"/>
                <a:ext cx="268200" cy="268560"/>
                <a:chOff x="8591040" y="5153400"/>
                <a:chExt cx="268200" cy="268560"/>
              </a:xfrm>
            </p:grpSpPr>
            <p:sp>
              <p:nvSpPr>
                <p:cNvPr id="701" name="Google Shape;212;p9"/>
                <p:cNvSpPr/>
                <p:nvPr/>
              </p:nvSpPr>
              <p:spPr>
                <a:xfrm>
                  <a:off x="8649720" y="53114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02" name="Google Shape;213;p9"/>
                <p:cNvSpPr/>
                <p:nvPr/>
              </p:nvSpPr>
              <p:spPr>
                <a:xfrm>
                  <a:off x="8748720" y="53121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03" name="Google Shape;214;p9"/>
                <p:cNvSpPr/>
                <p:nvPr/>
              </p:nvSpPr>
              <p:spPr>
                <a:xfrm>
                  <a:off x="8649720" y="52128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04" name="Google Shape;215;p9"/>
                <p:cNvSpPr/>
                <p:nvPr/>
              </p:nvSpPr>
              <p:spPr>
                <a:xfrm>
                  <a:off x="8747640" y="52128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05" name="Google Shape;216;p9"/>
                <p:cNvSpPr/>
                <p:nvPr/>
              </p:nvSpPr>
              <p:spPr>
                <a:xfrm>
                  <a:off x="8710920" y="52754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06" name="Google Shape;217;p9"/>
                <p:cNvSpPr/>
                <p:nvPr/>
              </p:nvSpPr>
              <p:spPr>
                <a:xfrm>
                  <a:off x="8645400" y="52092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07" name="Google Shape;218;p9"/>
                <p:cNvSpPr/>
                <p:nvPr/>
              </p:nvSpPr>
              <p:spPr>
                <a:xfrm>
                  <a:off x="8591040" y="515340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08" name="Google Shape;219;p9"/>
              <p:cNvGrpSpPr/>
              <p:nvPr/>
            </p:nvGrpSpPr>
            <p:grpSpPr>
              <a:xfrm>
                <a:off x="7951680" y="4758120"/>
                <a:ext cx="399240" cy="412560"/>
                <a:chOff x="7951680" y="4758120"/>
                <a:chExt cx="399240" cy="412560"/>
              </a:xfrm>
            </p:grpSpPr>
            <p:sp>
              <p:nvSpPr>
                <p:cNvPr id="709" name="Google Shape;220;p9"/>
                <p:cNvSpPr/>
                <p:nvPr/>
              </p:nvSpPr>
              <p:spPr>
                <a:xfrm>
                  <a:off x="7951680" y="47581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0" name="Google Shape;221;p9"/>
                <p:cNvSpPr/>
                <p:nvPr/>
              </p:nvSpPr>
              <p:spPr>
                <a:xfrm>
                  <a:off x="8230680" y="51188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1" name="Google Shape;222;p9"/>
                <p:cNvSpPr/>
                <p:nvPr/>
              </p:nvSpPr>
              <p:spPr>
                <a:xfrm>
                  <a:off x="8167320" y="50389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712" name="Google Shape;223;p9"/>
            <p:cNvGrpSpPr/>
            <p:nvPr/>
          </p:nvGrpSpPr>
          <p:grpSpPr>
            <a:xfrm>
              <a:off x="-440640" y="-271440"/>
              <a:ext cx="2007000" cy="1963080"/>
              <a:chOff x="-440640" y="-271440"/>
              <a:chExt cx="2007000" cy="1963080"/>
            </a:xfrm>
          </p:grpSpPr>
          <p:pic>
            <p:nvPicPr>
              <p:cNvPr id="713" name="Google Shape;224;p9"/>
              <p:cNvPicPr/>
              <p:nvPr/>
            </p:nvPicPr>
            <p:blipFill>
              <a:blip r:embed="rId5">
                <a:alphaModFix amt="50000"/>
              </a:blip>
              <a:stretch/>
            </p:blipFill>
            <p:spPr>
              <a:xfrm>
                <a:off x="-440640" y="-27144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714" name="Google Shape;225;p9"/>
              <p:cNvGrpSpPr/>
              <p:nvPr/>
            </p:nvGrpSpPr>
            <p:grpSpPr>
              <a:xfrm>
                <a:off x="-183240" y="109440"/>
                <a:ext cx="344520" cy="317160"/>
                <a:chOff x="-183240" y="109440"/>
                <a:chExt cx="344520" cy="317160"/>
              </a:xfrm>
            </p:grpSpPr>
            <p:sp>
              <p:nvSpPr>
                <p:cNvPr id="715" name="Google Shape;226;p9"/>
                <p:cNvSpPr/>
                <p:nvPr/>
              </p:nvSpPr>
              <p:spPr>
                <a:xfrm>
                  <a:off x="-68400" y="16344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6" name="Google Shape;227;p9"/>
                <p:cNvSpPr/>
                <p:nvPr/>
              </p:nvSpPr>
              <p:spPr>
                <a:xfrm>
                  <a:off x="-183240" y="34812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7" name="Google Shape;228;p9"/>
                <p:cNvSpPr/>
                <p:nvPr/>
              </p:nvSpPr>
              <p:spPr>
                <a:xfrm>
                  <a:off x="-149760" y="10944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8" name="Google Shape;229;p9"/>
                <p:cNvSpPr/>
                <p:nvPr/>
              </p:nvSpPr>
              <p:spPr>
                <a:xfrm>
                  <a:off x="-125280" y="31536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19" name="Google Shape;230;p9"/>
              <p:cNvGrpSpPr/>
              <p:nvPr/>
            </p:nvGrpSpPr>
            <p:grpSpPr>
              <a:xfrm>
                <a:off x="454680" y="110880"/>
                <a:ext cx="314280" cy="314640"/>
                <a:chOff x="454680" y="110880"/>
                <a:chExt cx="314280" cy="314640"/>
              </a:xfrm>
            </p:grpSpPr>
            <p:sp>
              <p:nvSpPr>
                <p:cNvPr id="720" name="Google Shape;231;p9"/>
                <p:cNvSpPr/>
                <p:nvPr/>
              </p:nvSpPr>
              <p:spPr>
                <a:xfrm>
                  <a:off x="493920" y="14076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21" name="Google Shape;232;p9"/>
                <p:cNvSpPr/>
                <p:nvPr/>
              </p:nvSpPr>
              <p:spPr>
                <a:xfrm>
                  <a:off x="454680" y="11088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22" name="Google Shape;233;p9"/>
              <p:cNvGrpSpPr/>
              <p:nvPr/>
            </p:nvGrpSpPr>
            <p:grpSpPr>
              <a:xfrm>
                <a:off x="90360" y="632880"/>
                <a:ext cx="405360" cy="405000"/>
                <a:chOff x="90360" y="632880"/>
                <a:chExt cx="405360" cy="405000"/>
              </a:xfrm>
            </p:grpSpPr>
            <p:sp>
              <p:nvSpPr>
                <p:cNvPr id="723" name="Google Shape;234;p9"/>
                <p:cNvSpPr/>
                <p:nvPr/>
              </p:nvSpPr>
              <p:spPr>
                <a:xfrm>
                  <a:off x="192960" y="63288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24" name="Google Shape;235;p9"/>
                <p:cNvSpPr/>
                <p:nvPr/>
              </p:nvSpPr>
              <p:spPr>
                <a:xfrm>
                  <a:off x="282960" y="72540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25" name="Google Shape;236;p9"/>
                <p:cNvSpPr/>
                <p:nvPr/>
              </p:nvSpPr>
              <p:spPr>
                <a:xfrm>
                  <a:off x="251280" y="86040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26" name="Google Shape;237;p9"/>
                <p:cNvSpPr/>
                <p:nvPr/>
              </p:nvSpPr>
              <p:spPr>
                <a:xfrm>
                  <a:off x="90360" y="82008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27" name="Google Shape;238;p9"/>
                <p:cNvSpPr/>
                <p:nvPr/>
              </p:nvSpPr>
              <p:spPr>
                <a:xfrm>
                  <a:off x="331920" y="81612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728" name="Google Shape;239;p9"/>
          <p:cNvGrpSpPr/>
          <p:nvPr/>
        </p:nvGrpSpPr>
        <p:grpSpPr>
          <a:xfrm>
            <a:off x="-1880280" y="-2238480"/>
            <a:ext cx="12746160" cy="9194040"/>
            <a:chOff x="-1880280" y="-2238480"/>
            <a:chExt cx="12746160" cy="9194040"/>
          </a:xfrm>
        </p:grpSpPr>
        <p:pic>
          <p:nvPicPr>
            <p:cNvPr id="729" name="Google Shape;240;p9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7422200">
              <a:off x="6854400" y="-170748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30" name="Google Shape;241;p9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5480600">
              <a:off x="-1588320" y="313092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33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6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ctrTitle"/>
          </p:nvPr>
        </p:nvSpPr>
        <p:spPr>
          <a:xfrm>
            <a:off x="523050" y="823639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Medical Image Synthesis</a:t>
            </a:r>
            <a:endParaRPr lang="fr-FR" sz="3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subTitle" idx="1"/>
          </p:nvPr>
        </p:nvSpPr>
        <p:spPr>
          <a:xfrm>
            <a:off x="612261" y="2462254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ctor"/>
                <a:ea typeface="Actor"/>
              </a:rPr>
              <a:t>Exploring GANs in Medical Applications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737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 idx="4294967295"/>
          </p:nvPr>
        </p:nvSpPr>
        <p:spPr>
          <a:xfrm>
            <a:off x="0" y="876300"/>
            <a:ext cx="3981450" cy="1028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Introduction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1962150"/>
            <a:ext cx="3981450" cy="22955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</a:rPr>
              <a:t>The integration of Artificial Intelligence (AI) in healthcare has transformed medical practices.</a:t>
            </a:r>
          </a:p>
          <a:p>
            <a:pPr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</a:rPr>
              <a:t>Deep learning technologies enhance diagnostic precision, optimize treatment protocols, and tailor patient care.</a:t>
            </a:r>
          </a:p>
          <a:p>
            <a:pPr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</a:rPr>
              <a:t>Generative Adversarial Networks (GANs) play a crucial role in generating realistic medical images.</a:t>
            </a:r>
          </a:p>
          <a:p>
            <a:pPr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</a:rPr>
              <a:t>GANs address challenges posed by limited datasets and the necessity for high-quality synthetic data</a:t>
            </a:r>
          </a:p>
        </p:txBody>
      </p:sp>
      <p:pic>
        <p:nvPicPr>
          <p:cNvPr id="740" name="Google Shape;846;p32"/>
          <p:cNvPicPr/>
          <p:nvPr/>
        </p:nvPicPr>
        <p:blipFill>
          <a:blip r:embed="rId2"/>
          <a:srcRect t="15166" b="15166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 idx="4294967295"/>
          </p:nvPr>
        </p:nvSpPr>
        <p:spPr>
          <a:xfrm>
            <a:off x="1148668" y="2181225"/>
            <a:ext cx="7148944" cy="16287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AI in Healthcare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 type="title" idx="4294967295"/>
          </p:nvPr>
        </p:nvSpPr>
        <p:spPr>
          <a:xfrm>
            <a:off x="0" y="1333500"/>
            <a:ext cx="1476375" cy="83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01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 idx="4294967295"/>
          </p:nvPr>
        </p:nvSpPr>
        <p:spPr>
          <a:xfrm>
            <a:off x="0" y="876300"/>
            <a:ext cx="3981450" cy="1028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Role of AI in diagnostics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1962150"/>
            <a:ext cx="3981450" cy="22955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AI has revolutionized diagnostics by enabling more accurate disease detection.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AI predicts patient outcomes with greater precision.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AI personalizes treatment plans based on individual patient data.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Machine learning algorithms </a:t>
            </a:r>
            <a:r>
              <a:rPr lang="en-GB" sz="1000" dirty="0" err="1"/>
              <a:t>analyze</a:t>
            </a:r>
            <a:r>
              <a:rPr lang="en-GB" sz="1000" dirty="0"/>
              <a:t> vast datasets to uncover patterns often missed by human clinicians.</a:t>
            </a:r>
          </a:p>
        </p:txBody>
      </p:sp>
      <p:pic>
        <p:nvPicPr>
          <p:cNvPr id="745" name="Google Shape;846;p32"/>
          <p:cNvPicPr/>
          <p:nvPr/>
        </p:nvPicPr>
        <p:blipFill>
          <a:blip r:embed="rId2"/>
          <a:srcRect t="15166" b="15166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Deep learning technologies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Deep learning algorithms use neural networks with multiple layers to process complex data.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This approach enhances image analysis capabilities.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Significant advancements have been made in imaging diagnostics, pathology, and radiology.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Benefits of synthetic data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Synthetic data generated by GANs provides additional training resources for AI models.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This is particularly useful in medical imaging, where </a:t>
            </a:r>
            <a:r>
              <a:rPr lang="en-GB" sz="1000" dirty="0" err="1"/>
              <a:t>labeled</a:t>
            </a:r>
            <a:r>
              <a:rPr lang="en-GB" sz="1000" dirty="0"/>
              <a:t> data is scarce.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Synthetic data enhances model performance, reduces overfitting, and improves diagnostic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 idx="4294967295"/>
          </p:nvPr>
        </p:nvSpPr>
        <p:spPr>
          <a:xfrm>
            <a:off x="855406" y="2181225"/>
            <a:ext cx="6872748" cy="16287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GANs Overview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 type="title" idx="4294967295"/>
          </p:nvPr>
        </p:nvSpPr>
        <p:spPr>
          <a:xfrm>
            <a:off x="0" y="1333500"/>
            <a:ext cx="1476375" cy="83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Mechanisms of GANs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GANs operate with two neural networks: the generator and the discriminator.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The generator creates synthetic images.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The discriminator evaluates the authenticity of the generated images.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This adversarial process continues until the generated images are indistinguishable from real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Types of GANs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000" dirty="0"/>
              <a:t>Various GAN architectures have been developed for specific applications in medical imaging.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00" dirty="0"/>
              <a:t>Notable types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 b="1" dirty="0"/>
              <a:t>Deep Convolutional GANs (DCGANs)</a:t>
            </a:r>
            <a:r>
              <a:rPr lang="en-GB" sz="1000" dirty="0"/>
              <a:t>: Optimized for high-quality image generation.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 b="1" dirty="0"/>
              <a:t>Conditional GANs (CGANs)</a:t>
            </a:r>
            <a:r>
              <a:rPr lang="en-GB" sz="1000" dirty="0"/>
              <a:t>: Used for generating images based on specific conditions or labels.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000" b="1" dirty="0" err="1"/>
              <a:t>StyleGANs</a:t>
            </a:r>
            <a:r>
              <a:rPr lang="en-GB" sz="1000" dirty="0"/>
              <a:t>: Designed to optimize image quality and diversity, particularly in generating highly realistic images.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 idx="4294967295"/>
          </p:nvPr>
        </p:nvSpPr>
        <p:spPr>
          <a:xfrm>
            <a:off x="0" y="334963"/>
            <a:ext cx="3981450" cy="1028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Comparison with traditional methods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58" name="Google Shape;846;p32"/>
          <p:cNvPicPr/>
          <p:nvPr/>
        </p:nvPicPr>
        <p:blipFill>
          <a:blip r:embed="rId2"/>
          <a:srcRect t="15166" b="15166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E1807-BE80-98D7-747B-33296AAAD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163500"/>
              </p:ext>
            </p:extLst>
          </p:nvPr>
        </p:nvGraphicFramePr>
        <p:xfrm>
          <a:off x="191727" y="1986772"/>
          <a:ext cx="4529562" cy="2622550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509854">
                  <a:extLst>
                    <a:ext uri="{9D8B030D-6E8A-4147-A177-3AD203B41FA5}">
                      <a16:colId xmlns:a16="http://schemas.microsoft.com/office/drawing/2014/main" val="583712057"/>
                    </a:ext>
                  </a:extLst>
                </a:gridCol>
                <a:gridCol w="1509854">
                  <a:extLst>
                    <a:ext uri="{9D8B030D-6E8A-4147-A177-3AD203B41FA5}">
                      <a16:colId xmlns:a16="http://schemas.microsoft.com/office/drawing/2014/main" val="285547800"/>
                    </a:ext>
                  </a:extLst>
                </a:gridCol>
                <a:gridCol w="1509854">
                  <a:extLst>
                    <a:ext uri="{9D8B030D-6E8A-4147-A177-3AD203B41FA5}">
                      <a16:colId xmlns:a16="http://schemas.microsoft.com/office/drawing/2014/main" val="2950093006"/>
                    </a:ext>
                  </a:extLst>
                </a:gridCol>
              </a:tblGrid>
              <a:tr h="610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900" kern="0" dirty="0">
                          <a:solidFill>
                            <a:schemeClr val="accent1"/>
                          </a:solidFill>
                          <a:effectLst/>
                        </a:rPr>
                        <a:t>Aspect</a:t>
                      </a:r>
                      <a:endParaRPr lang="en-PK" sz="900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900" kern="0">
                          <a:solidFill>
                            <a:schemeClr val="accent1"/>
                          </a:solidFill>
                          <a:effectLst/>
                        </a:rPr>
                        <a:t>Traditional Methods</a:t>
                      </a:r>
                      <a:endParaRPr lang="en-PK" sz="900" kern="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900" kern="0" dirty="0">
                          <a:solidFill>
                            <a:schemeClr val="accent1"/>
                          </a:solidFill>
                          <a:effectLst/>
                        </a:rPr>
                        <a:t>GANs (Generative Adversarial Networks)</a:t>
                      </a:r>
                      <a:endParaRPr lang="en-PK" sz="900" kern="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95525"/>
                  </a:ext>
                </a:extLst>
              </a:tr>
              <a:tr h="458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Feature Learning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Relies on handcrafted features and rule-based algorithms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Automatically learns features from large datasets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5354204"/>
                  </a:ext>
                </a:extLst>
              </a:tr>
              <a:tr h="414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>
                          <a:solidFill>
                            <a:schemeClr val="tx1"/>
                          </a:solidFill>
                          <a:effectLst/>
                        </a:rPr>
                        <a:t>Accuracy &amp; Generalizability</a:t>
                      </a:r>
                      <a:endParaRPr lang="en-PK" sz="9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Limited by handcrafted features and rules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Improves fidelity and applicability of synthetic images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2658661"/>
                  </a:ext>
                </a:extLst>
              </a:tr>
              <a:tr h="528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>
                          <a:solidFill>
                            <a:schemeClr val="tx1"/>
                          </a:solidFill>
                          <a:effectLst/>
                        </a:rPr>
                        <a:t>Image Generation</a:t>
                      </a:r>
                      <a:endParaRPr lang="en-PK" sz="9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>
                          <a:solidFill>
                            <a:schemeClr val="tx1"/>
                          </a:solidFill>
                          <a:effectLst/>
                        </a:rPr>
                        <a:t>Limited in generating realistic images</a:t>
                      </a:r>
                      <a:endParaRPr lang="en-PK" sz="9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Generates highly realistic images for clinical applications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5908060"/>
                  </a:ext>
                </a:extLst>
              </a:tr>
              <a:tr h="610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>
                          <a:solidFill>
                            <a:schemeClr val="tx1"/>
                          </a:solidFill>
                          <a:effectLst/>
                        </a:rPr>
                        <a:t>Clinical Applications</a:t>
                      </a:r>
                      <a:endParaRPr lang="en-PK" sz="9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>
                          <a:solidFill>
                            <a:schemeClr val="tx1"/>
                          </a:solidFill>
                          <a:effectLst/>
                        </a:rPr>
                        <a:t>Less flexible for various applications</a:t>
                      </a:r>
                      <a:endParaRPr lang="en-PK" sz="9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900" kern="0" dirty="0">
                          <a:solidFill>
                            <a:schemeClr val="tx1"/>
                          </a:solidFill>
                          <a:effectLst/>
                        </a:rPr>
                        <a:t>Can be applied across various clinical fields effectively</a:t>
                      </a:r>
                      <a:endParaRPr lang="en-PK" sz="9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9566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 idx="4294967295"/>
          </p:nvPr>
        </p:nvSpPr>
        <p:spPr>
          <a:xfrm>
            <a:off x="498764" y="2036956"/>
            <a:ext cx="6786208" cy="163551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Applications in Medicine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Diagnosis of rare diseases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AI models enhanced by GANs, such as </a:t>
            </a:r>
            <a:r>
              <a:rPr lang="en-GB" sz="1000" b="1" dirty="0" err="1"/>
              <a:t>RareDxGPT</a:t>
            </a:r>
            <a:r>
              <a:rPr lang="en-GB" sz="1000" dirty="0"/>
              <a:t>, show promise in diagnosing rare diseases.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GANs synthesize relevant medical images to assist clinicians in recognizing unique patterns.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This capability bridges gaps in knowledge for rare diseases.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It improves diagnostic accuracy for conditions that might otherwise go undetected due to limited examples.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 idx="4294967295"/>
          </p:nvPr>
        </p:nvSpPr>
        <p:spPr>
          <a:xfrm>
            <a:off x="0" y="876300"/>
            <a:ext cx="3981450" cy="1028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CT synthesis from MRI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1962150"/>
            <a:ext cx="3981450" cy="22955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GANs have been successfully applied to synthesize </a:t>
            </a:r>
            <a:r>
              <a:rPr lang="en-GB" sz="1000" b="1" dirty="0"/>
              <a:t>CT images from MRI data</a:t>
            </a:r>
            <a:r>
              <a:rPr lang="en-GB" sz="1000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This technique accelerates imaging processes.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It minimizes exposure to radiation, reducing potential risks for patients.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GANs optimize treatment planning and allow for more informed decisions in radiation therapy.</a:t>
            </a:r>
          </a:p>
        </p:txBody>
      </p:sp>
      <p:pic>
        <p:nvPicPr>
          <p:cNvPr id="765" name="Google Shape;846;p32"/>
          <p:cNvPicPr/>
          <p:nvPr/>
        </p:nvPicPr>
        <p:blipFill>
          <a:blip r:embed="rId2"/>
          <a:srcRect t="15166" b="15166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Low-dose CT denoising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In radiology, GANs are used to </a:t>
            </a:r>
            <a:r>
              <a:rPr lang="en-GB" sz="1000" b="1" dirty="0"/>
              <a:t>enhance the quality of low-dose CT scans</a:t>
            </a:r>
            <a:r>
              <a:rPr lang="en-GB" sz="1000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GANs reduce noise while preserving essential anatomical details.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The denoising process improves image clarity, aiding radiologists in diagnosis.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This approach eliminates the need for increased radiation doses, safeguarding patient health.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 idx="4294967295"/>
          </p:nvPr>
        </p:nvSpPr>
        <p:spPr>
          <a:xfrm>
            <a:off x="1171339" y="2181225"/>
            <a:ext cx="6242101" cy="16287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	Challenges Ahead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title" idx="4294967295"/>
          </p:nvPr>
        </p:nvSpPr>
        <p:spPr>
          <a:xfrm>
            <a:off x="0" y="1333500"/>
            <a:ext cx="1476375" cy="83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04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 idx="4294967295"/>
          </p:nvPr>
        </p:nvSpPr>
        <p:spPr>
          <a:xfrm>
            <a:off x="0" y="876300"/>
            <a:ext cx="3981450" cy="1028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Need for clinical validation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1962150"/>
            <a:ext cx="3981450" cy="22955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1000" dirty="0"/>
              <a:t>The effectiveness of </a:t>
            </a:r>
            <a:r>
              <a:rPr lang="en-GB" sz="1000" b="1" dirty="0"/>
              <a:t>GAN-generated images</a:t>
            </a:r>
            <a:r>
              <a:rPr lang="en-GB" sz="1000" dirty="0"/>
              <a:t> in real-world clinical settings is still being evaluated.</a:t>
            </a:r>
          </a:p>
          <a:p>
            <a:pPr>
              <a:buFont typeface="Wingdings" pitchFamily="2" charset="2"/>
              <a:buChar char="Ø"/>
            </a:pPr>
            <a:r>
              <a:rPr lang="en-GB" sz="1000" b="1" dirty="0"/>
              <a:t>Extensive clinical validation</a:t>
            </a:r>
            <a:r>
              <a:rPr lang="en-GB" sz="1000" dirty="0"/>
              <a:t> is crucial to assess their diagnostic utility.</a:t>
            </a:r>
          </a:p>
          <a:p>
            <a:pPr>
              <a:buFont typeface="Wingdings" pitchFamily="2" charset="2"/>
              <a:buChar char="Ø"/>
            </a:pPr>
            <a:r>
              <a:rPr lang="en-GB" sz="1000" dirty="0"/>
              <a:t>Validation ensures that GAN-generated images meet the rigor required for patient care.</a:t>
            </a:r>
          </a:p>
        </p:txBody>
      </p:sp>
      <p:pic>
        <p:nvPicPr>
          <p:cNvPr id="772" name="Google Shape;846;p32"/>
          <p:cNvPicPr/>
          <p:nvPr/>
        </p:nvPicPr>
        <p:blipFill>
          <a:blip r:embed="rId2"/>
          <a:srcRect t="15166" b="15166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Ethical considerations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4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None/>
            </a:pPr>
            <a:r>
              <a:rPr lang="en-GB" sz="1000" dirty="0"/>
              <a:t>The implementation of </a:t>
            </a:r>
            <a:r>
              <a:rPr lang="en-GB" sz="1000" b="1" dirty="0"/>
              <a:t>GANs in clinical practice</a:t>
            </a:r>
            <a:r>
              <a:rPr lang="en-GB" sz="1000" dirty="0"/>
              <a:t> raises ethical concerns.</a:t>
            </a:r>
          </a:p>
          <a:p>
            <a:pPr>
              <a:buNone/>
            </a:pPr>
            <a:r>
              <a:rPr lang="en-GB" sz="1000" dirty="0"/>
              <a:t>Key issues include:</a:t>
            </a:r>
          </a:p>
          <a:p>
            <a:pPr lvl="1">
              <a:buFont typeface="Wingdings" pitchFamily="2" charset="2"/>
              <a:buChar char="Ø"/>
            </a:pPr>
            <a:r>
              <a:rPr lang="en-GB" sz="1000" b="1" dirty="0"/>
              <a:t>Data privacy</a:t>
            </a:r>
            <a:r>
              <a:rPr lang="en-GB" sz="1000" dirty="0"/>
              <a:t> and protection.</a:t>
            </a:r>
          </a:p>
          <a:p>
            <a:pPr lvl="1">
              <a:buFont typeface="Wingdings" pitchFamily="2" charset="2"/>
              <a:buChar char="Ø"/>
            </a:pPr>
            <a:r>
              <a:rPr lang="en-GB" sz="1000" b="1" dirty="0"/>
              <a:t>Potential biases</a:t>
            </a:r>
            <a:r>
              <a:rPr lang="en-GB" sz="1000" dirty="0"/>
              <a:t> in generated data.</a:t>
            </a:r>
          </a:p>
          <a:p>
            <a:pPr lvl="1">
              <a:buFont typeface="Wingdings" pitchFamily="2" charset="2"/>
              <a:buChar char="Ø"/>
            </a:pPr>
            <a:r>
              <a:rPr lang="en-GB" sz="1000" dirty="0"/>
              <a:t>The need for </a:t>
            </a:r>
            <a:r>
              <a:rPr lang="en-GB" sz="1000" b="1" dirty="0"/>
              <a:t>transparent algorithms</a:t>
            </a:r>
            <a:r>
              <a:rPr lang="en-GB" sz="1000" dirty="0"/>
              <a:t>.</a:t>
            </a:r>
          </a:p>
          <a:p>
            <a:r>
              <a:rPr lang="en-GB" sz="1000" dirty="0"/>
              <a:t>Addressing these ethical issues is crucial to maintain </a:t>
            </a:r>
            <a:r>
              <a:rPr lang="en-GB" sz="1000" b="1" dirty="0"/>
              <a:t>trust</a:t>
            </a:r>
            <a:r>
              <a:rPr lang="en-GB" sz="1000" dirty="0"/>
              <a:t> and ensure </a:t>
            </a:r>
            <a:r>
              <a:rPr lang="en-GB" sz="1000" b="1" dirty="0"/>
              <a:t>equity</a:t>
            </a:r>
            <a:r>
              <a:rPr lang="en-GB" sz="1000" dirty="0"/>
              <a:t> in patient treatment.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 idx="4294967295"/>
          </p:nvPr>
        </p:nvSpPr>
        <p:spPr>
          <a:xfrm>
            <a:off x="0" y="971550"/>
            <a:ext cx="541972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Future hybrid model development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None/>
            </a:pPr>
            <a:r>
              <a:rPr lang="en-GB" sz="1000" dirty="0"/>
              <a:t>Future advancements in </a:t>
            </a:r>
            <a:r>
              <a:rPr lang="en-GB" sz="1000" b="1" dirty="0"/>
              <a:t>GANs</a:t>
            </a:r>
            <a:r>
              <a:rPr lang="en-GB" sz="1000" dirty="0"/>
              <a:t> may involve </a:t>
            </a:r>
            <a:r>
              <a:rPr lang="en-GB" sz="1000" b="1" dirty="0"/>
              <a:t>hybrid models</a:t>
            </a:r>
            <a:r>
              <a:rPr lang="en-GB" sz="1000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GB" sz="1000" dirty="0"/>
              <a:t>These models could integrate methods such as </a:t>
            </a:r>
            <a:r>
              <a:rPr lang="en-GB" sz="1000" b="1" dirty="0"/>
              <a:t>federated learning</a:t>
            </a:r>
            <a:r>
              <a:rPr lang="en-GB" sz="1000" dirty="0"/>
              <a:t>, enabling decentralized data usage.</a:t>
            </a:r>
          </a:p>
          <a:p>
            <a:pPr lvl="1">
              <a:buFont typeface="Wingdings" pitchFamily="2" charset="2"/>
              <a:buChar char="Ø"/>
            </a:pPr>
            <a:r>
              <a:rPr lang="en-GB" sz="1000" dirty="0"/>
              <a:t>Hybrid models would enhance </a:t>
            </a:r>
            <a:r>
              <a:rPr lang="en-GB" sz="1000" b="1" dirty="0"/>
              <a:t>interpretability</a:t>
            </a:r>
            <a:r>
              <a:rPr lang="en-GB" sz="1000" dirty="0"/>
              <a:t>, providing clearer insights into the decision-making process.</a:t>
            </a:r>
          </a:p>
          <a:p>
            <a:pPr lvl="1">
              <a:buFont typeface="Wingdings" pitchFamily="2" charset="2"/>
              <a:buChar char="Ø"/>
            </a:pPr>
            <a:r>
              <a:rPr lang="en-GB" sz="1000" dirty="0"/>
              <a:t>This could lead to improved models that generate high-quality images and explain the reasoning behind diagnoses.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 idx="4294967295"/>
          </p:nvPr>
        </p:nvSpPr>
        <p:spPr>
          <a:xfrm>
            <a:off x="341971" y="971550"/>
            <a:ext cx="5077754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Conclusions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78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028825"/>
            <a:ext cx="5419725" cy="21431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28625" indent="-171450"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ctor"/>
                <a:ea typeface="Actor"/>
              </a:rPr>
              <a:t>In conclusion, GANs represent a significant advancement in the field of medical imaging, offering promising applications for enhancing diagnostics and treatment planning. </a:t>
            </a:r>
          </a:p>
          <a:p>
            <a:pPr marL="428625" indent="-171450"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ctor"/>
                <a:ea typeface="Actor"/>
              </a:rPr>
              <a:t>Nevertheless, further research and clinical validation are imperative to address existing challenges and harness the full potential of GANs for healthcare.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title" idx="4294967295"/>
          </p:nvPr>
        </p:nvSpPr>
        <p:spPr>
          <a:xfrm>
            <a:off x="375752" y="456617"/>
            <a:ext cx="536257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5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Thank you!</a:t>
            </a:r>
            <a:endParaRPr lang="fr-FR" sz="55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80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1590675"/>
            <a:ext cx="3838575" cy="1057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1" strike="noStrike" spc="-1">
                <a:solidFill>
                  <a:schemeClr val="dk1"/>
                </a:solidFill>
                <a:latin typeface="Actor"/>
                <a:ea typeface="Actor"/>
              </a:rPr>
              <a:t>Do you have any questions?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C1C03E-FCAD-3C12-B0BA-243F0EE48601}"/>
              </a:ext>
            </a:extLst>
          </p:cNvPr>
          <p:cNvSpPr/>
          <p:nvPr/>
        </p:nvSpPr>
        <p:spPr>
          <a:xfrm>
            <a:off x="2095560" y="3629608"/>
            <a:ext cx="3642767" cy="41987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771</Words>
  <Application>Microsoft Office PowerPoint</Application>
  <PresentationFormat>On-screen Show (16:9)</PresentationFormat>
  <Paragraphs>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20</vt:i4>
      </vt:variant>
    </vt:vector>
  </HeadingPairs>
  <TitlesOfParts>
    <vt:vector size="47" baseType="lpstr">
      <vt:lpstr>Actor</vt:lpstr>
      <vt:lpstr>Arial</vt:lpstr>
      <vt:lpstr>Calibri</vt:lpstr>
      <vt:lpstr>Montserrat</vt:lpstr>
      <vt:lpstr>OpenSymbol</vt:lpstr>
      <vt:lpstr>Symbol</vt:lpstr>
      <vt:lpstr>Trebuchet MS</vt:lpstr>
      <vt:lpstr>Wingdings</vt:lpstr>
      <vt:lpstr>Wingdings 3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Facet</vt:lpstr>
      <vt:lpstr>Medical Image Synthesis</vt:lpstr>
      <vt:lpstr>Introduction</vt:lpstr>
      <vt:lpstr>AI in Healthcare</vt:lpstr>
      <vt:lpstr>Role of AI in diagnostics</vt:lpstr>
      <vt:lpstr>Deep learning technologies</vt:lpstr>
      <vt:lpstr>Benefits of synthetic data</vt:lpstr>
      <vt:lpstr>GANs Overview</vt:lpstr>
      <vt:lpstr>Mechanisms of GANs</vt:lpstr>
      <vt:lpstr>Types of GANs</vt:lpstr>
      <vt:lpstr>Comparison with traditional methods</vt:lpstr>
      <vt:lpstr>Applications in Medicine</vt:lpstr>
      <vt:lpstr>Diagnosis of rare diseases</vt:lpstr>
      <vt:lpstr>CT synthesis from MRI</vt:lpstr>
      <vt:lpstr>Low-dose CT denoising</vt:lpstr>
      <vt:lpstr> Challenges Ahead</vt:lpstr>
      <vt:lpstr>Need for clinical validation</vt:lpstr>
      <vt:lpstr>Ethical considerations</vt:lpstr>
      <vt:lpstr>Future hybrid model development</vt:lpstr>
      <vt:lpstr>Conclusions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Image Synthesis</dc:title>
  <dc:creator>TUFF</dc:creator>
  <cp:lastModifiedBy>Simranjeet kaur</cp:lastModifiedBy>
  <cp:revision>12</cp:revision>
  <dcterms:modified xsi:type="dcterms:W3CDTF">2025-04-30T00:32:46Z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2025-04-28T10:49:58Z</dcterms:created>
  <dc:creator>Unknown Creator</dc:creator>
  <dc:description/>
  <dc:language>en-US</dc:language>
  <cp:lastModifiedBy>Unknown Creator</cp:lastModifiedBy>
  <dcterms:modified xsi:type="dcterms:W3CDTF">2025-04-28T10:49:58Z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